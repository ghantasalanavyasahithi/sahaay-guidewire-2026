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FB2187-71DD-4F6E-8B74-676B787BAC9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0E9A15-7EEF-4B12-B8F9-EE28938BBA90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Persona: Swiggy/Zomato Bike Delivery Partner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7E39F45-CED4-484C-B291-9FA54E2BC111}" type="parTrans" cxnId="{E88BC103-8ADF-4FA1-B80F-20CDB7DBF5CA}">
      <dgm:prSet/>
      <dgm:spPr/>
      <dgm:t>
        <a:bodyPr/>
        <a:lstStyle/>
        <a:p>
          <a:endParaRPr lang="en-US"/>
        </a:p>
      </dgm:t>
    </dgm:pt>
    <dgm:pt modelId="{32B5A653-0817-4049-8288-17BDB6C956D1}" type="sibTrans" cxnId="{E88BC103-8ADF-4FA1-B80F-20CDB7DBF5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934B89-8B7B-46FB-AAB8-AF5D07672CF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Problem: Disruptions (Rain, Heat, Floods) = Zero Income.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39AC2E-419B-4765-93B6-F421A66242DB}" type="parTrans" cxnId="{DFDA95D8-E335-47AD-A5A1-61580F5F878D}">
      <dgm:prSet/>
      <dgm:spPr/>
      <dgm:t>
        <a:bodyPr/>
        <a:lstStyle/>
        <a:p>
          <a:endParaRPr lang="en-US"/>
        </a:p>
      </dgm:t>
    </dgm:pt>
    <dgm:pt modelId="{B2E84D13-0CF0-4046-8DBB-BA0FA5BD4792}" type="sibTrans" cxnId="{DFDA95D8-E335-47AD-A5A1-61580F5F878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AEA599-7B47-48E6-8514-E1DA08170EC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The Gap: Traditional insurance takes weeks; gig workers need help in minutes.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DFDD2A-10A5-4FF6-A5DA-54D573A23D50}" type="parTrans" cxnId="{76647D4A-0016-4751-A66C-A5348DFEDCC3}">
      <dgm:prSet/>
      <dgm:spPr/>
      <dgm:t>
        <a:bodyPr/>
        <a:lstStyle/>
        <a:p>
          <a:endParaRPr lang="en-US"/>
        </a:p>
      </dgm:t>
    </dgm:pt>
    <dgm:pt modelId="{E44E386B-604E-46CE-BB39-927DC6063B61}" type="sibTrans" cxnId="{76647D4A-0016-4751-A66C-A5348DFEDCC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28F328-65EF-4E44-96A0-1B5EC8DF7544}">
      <dgm:prSet/>
      <dgm:spPr/>
      <dgm:t>
        <a:bodyPr/>
        <a:lstStyle/>
        <a:p>
          <a:pPr>
            <a:lnSpc>
              <a:spcPct val="100000"/>
            </a:lnSpc>
          </a:pPr>
          <a:r>
            <a:rPr lang="en-IN">
              <a:latin typeface="Times New Roman" panose="02020603050405020304" pitchFamily="18" charset="0"/>
              <a:cs typeface="Times New Roman" panose="02020603050405020304" pitchFamily="18" charset="0"/>
            </a:rPr>
            <a:t>Reality: External factors shouldn't dictate survival.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758D219-D3CE-41C8-8D19-10FBD9D63A7B}" type="parTrans" cxnId="{F59F970F-B1B0-4FE9-9382-2909A7B54787}">
      <dgm:prSet/>
      <dgm:spPr/>
      <dgm:t>
        <a:bodyPr/>
        <a:lstStyle/>
        <a:p>
          <a:endParaRPr lang="en-US"/>
        </a:p>
      </dgm:t>
    </dgm:pt>
    <dgm:pt modelId="{C39FE84E-79AD-4B64-8504-1B0A8BBF7D41}" type="sibTrans" cxnId="{F59F970F-B1B0-4FE9-9382-2909A7B54787}">
      <dgm:prSet/>
      <dgm:spPr/>
      <dgm:t>
        <a:bodyPr/>
        <a:lstStyle/>
        <a:p>
          <a:endParaRPr lang="en-US"/>
        </a:p>
      </dgm:t>
    </dgm:pt>
    <dgm:pt modelId="{585074F1-17CE-48E1-B427-A6F7F89DA6C6}" type="pres">
      <dgm:prSet presAssocID="{3CFB2187-71DD-4F6E-8B74-676B787BAC9E}" presName="root" presStyleCnt="0">
        <dgm:presLayoutVars>
          <dgm:dir/>
          <dgm:resizeHandles val="exact"/>
        </dgm:presLayoutVars>
      </dgm:prSet>
      <dgm:spPr/>
    </dgm:pt>
    <dgm:pt modelId="{53CF6EFD-89B6-4D74-953A-F0A0D7997ED6}" type="pres">
      <dgm:prSet presAssocID="{3CFB2187-71DD-4F6E-8B74-676B787BAC9E}" presName="container" presStyleCnt="0">
        <dgm:presLayoutVars>
          <dgm:dir/>
          <dgm:resizeHandles val="exact"/>
        </dgm:presLayoutVars>
      </dgm:prSet>
      <dgm:spPr/>
    </dgm:pt>
    <dgm:pt modelId="{373976DF-1E86-4064-B6E6-B951EBFE1078}" type="pres">
      <dgm:prSet presAssocID="{450E9A15-7EEF-4B12-B8F9-EE28938BBA90}" presName="compNode" presStyleCnt="0"/>
      <dgm:spPr/>
    </dgm:pt>
    <dgm:pt modelId="{DC38FF66-08D6-4EC9-9ECA-7C2F51640160}" type="pres">
      <dgm:prSet presAssocID="{450E9A15-7EEF-4B12-B8F9-EE28938BBA90}" presName="iconBgRect" presStyleLbl="bgShp" presStyleIdx="0" presStyleCnt="4"/>
      <dgm:spPr/>
    </dgm:pt>
    <dgm:pt modelId="{DC913CEF-2F56-411E-A13E-1B1527FD7488}" type="pres">
      <dgm:prSet presAssocID="{450E9A15-7EEF-4B12-B8F9-EE28938BBA9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B9043FF8-2C3D-4996-A43C-0443D9C5409C}" type="pres">
      <dgm:prSet presAssocID="{450E9A15-7EEF-4B12-B8F9-EE28938BBA90}" presName="spaceRect" presStyleCnt="0"/>
      <dgm:spPr/>
    </dgm:pt>
    <dgm:pt modelId="{D2159314-15CB-4AE8-B758-12CBD68098C6}" type="pres">
      <dgm:prSet presAssocID="{450E9A15-7EEF-4B12-B8F9-EE28938BBA90}" presName="textRect" presStyleLbl="revTx" presStyleIdx="0" presStyleCnt="4">
        <dgm:presLayoutVars>
          <dgm:chMax val="1"/>
          <dgm:chPref val="1"/>
        </dgm:presLayoutVars>
      </dgm:prSet>
      <dgm:spPr/>
    </dgm:pt>
    <dgm:pt modelId="{C21EFEBD-6C2D-4AB2-8008-E4761005F88A}" type="pres">
      <dgm:prSet presAssocID="{32B5A653-0817-4049-8288-17BDB6C956D1}" presName="sibTrans" presStyleLbl="sibTrans2D1" presStyleIdx="0" presStyleCnt="0"/>
      <dgm:spPr/>
    </dgm:pt>
    <dgm:pt modelId="{FE251778-444E-4F63-B9EA-47976443665E}" type="pres">
      <dgm:prSet presAssocID="{D1934B89-8B7B-46FB-AAB8-AF5D07672CF3}" presName="compNode" presStyleCnt="0"/>
      <dgm:spPr/>
    </dgm:pt>
    <dgm:pt modelId="{D6547A6C-DEF8-4D39-A5FF-9E02C2652A0A}" type="pres">
      <dgm:prSet presAssocID="{D1934B89-8B7B-46FB-AAB8-AF5D07672CF3}" presName="iconBgRect" presStyleLbl="bgShp" presStyleIdx="1" presStyleCnt="4"/>
      <dgm:spPr/>
    </dgm:pt>
    <dgm:pt modelId="{E284AE93-302D-4131-A8DD-EDDAC5F36E6F}" type="pres">
      <dgm:prSet presAssocID="{D1934B89-8B7B-46FB-AAB8-AF5D07672CF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DFFB04F4-939F-4834-BF43-5E9FDF7462BB}" type="pres">
      <dgm:prSet presAssocID="{D1934B89-8B7B-46FB-AAB8-AF5D07672CF3}" presName="spaceRect" presStyleCnt="0"/>
      <dgm:spPr/>
    </dgm:pt>
    <dgm:pt modelId="{8113421B-12D6-4CF0-B3E7-19BAC2E11224}" type="pres">
      <dgm:prSet presAssocID="{D1934B89-8B7B-46FB-AAB8-AF5D07672CF3}" presName="textRect" presStyleLbl="revTx" presStyleIdx="1" presStyleCnt="4">
        <dgm:presLayoutVars>
          <dgm:chMax val="1"/>
          <dgm:chPref val="1"/>
        </dgm:presLayoutVars>
      </dgm:prSet>
      <dgm:spPr/>
    </dgm:pt>
    <dgm:pt modelId="{8E20FFD9-F5A5-4B46-A22D-28621D69D7BD}" type="pres">
      <dgm:prSet presAssocID="{B2E84D13-0CF0-4046-8DBB-BA0FA5BD4792}" presName="sibTrans" presStyleLbl="sibTrans2D1" presStyleIdx="0" presStyleCnt="0"/>
      <dgm:spPr/>
    </dgm:pt>
    <dgm:pt modelId="{83D0C6DC-1734-4329-B986-1FF51A62FCD5}" type="pres">
      <dgm:prSet presAssocID="{B5AEA599-7B47-48E6-8514-E1DA08170EC3}" presName="compNode" presStyleCnt="0"/>
      <dgm:spPr/>
    </dgm:pt>
    <dgm:pt modelId="{8700E392-F20A-4FDC-97AF-059285438BC3}" type="pres">
      <dgm:prSet presAssocID="{B5AEA599-7B47-48E6-8514-E1DA08170EC3}" presName="iconBgRect" presStyleLbl="bgShp" presStyleIdx="2" presStyleCnt="4"/>
      <dgm:spPr/>
    </dgm:pt>
    <dgm:pt modelId="{F9740CAE-5562-4692-9763-EF17F81A0278}" type="pres">
      <dgm:prSet presAssocID="{B5AEA599-7B47-48E6-8514-E1DA08170EC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6AE1AE4A-187C-4CF8-913A-656F4AA385E6}" type="pres">
      <dgm:prSet presAssocID="{B5AEA599-7B47-48E6-8514-E1DA08170EC3}" presName="spaceRect" presStyleCnt="0"/>
      <dgm:spPr/>
    </dgm:pt>
    <dgm:pt modelId="{1588267F-DC94-40E8-918F-8622A4EE2532}" type="pres">
      <dgm:prSet presAssocID="{B5AEA599-7B47-48E6-8514-E1DA08170EC3}" presName="textRect" presStyleLbl="revTx" presStyleIdx="2" presStyleCnt="4">
        <dgm:presLayoutVars>
          <dgm:chMax val="1"/>
          <dgm:chPref val="1"/>
        </dgm:presLayoutVars>
      </dgm:prSet>
      <dgm:spPr/>
    </dgm:pt>
    <dgm:pt modelId="{E563D0A7-495F-4681-B91E-54F58B2A6481}" type="pres">
      <dgm:prSet presAssocID="{E44E386B-604E-46CE-BB39-927DC6063B61}" presName="sibTrans" presStyleLbl="sibTrans2D1" presStyleIdx="0" presStyleCnt="0"/>
      <dgm:spPr/>
    </dgm:pt>
    <dgm:pt modelId="{07B2B6B0-4019-496E-846C-9179321BC5BD}" type="pres">
      <dgm:prSet presAssocID="{3E28F328-65EF-4E44-96A0-1B5EC8DF7544}" presName="compNode" presStyleCnt="0"/>
      <dgm:spPr/>
    </dgm:pt>
    <dgm:pt modelId="{D5D19DCF-1D74-41D6-B6D2-03C14F366F20}" type="pres">
      <dgm:prSet presAssocID="{3E28F328-65EF-4E44-96A0-1B5EC8DF7544}" presName="iconBgRect" presStyleLbl="bgShp" presStyleIdx="3" presStyleCnt="4"/>
      <dgm:spPr/>
    </dgm:pt>
    <dgm:pt modelId="{593D2AFB-BA37-4747-8111-73D8111ACE7D}" type="pres">
      <dgm:prSet presAssocID="{3E28F328-65EF-4E44-96A0-1B5EC8DF754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kull"/>
        </a:ext>
      </dgm:extLst>
    </dgm:pt>
    <dgm:pt modelId="{09EACDF4-BE45-49EC-B9D1-B93187485AF2}" type="pres">
      <dgm:prSet presAssocID="{3E28F328-65EF-4E44-96A0-1B5EC8DF7544}" presName="spaceRect" presStyleCnt="0"/>
      <dgm:spPr/>
    </dgm:pt>
    <dgm:pt modelId="{F0F94FBF-DCDA-4B2B-A63B-C5495C3B0C0A}" type="pres">
      <dgm:prSet presAssocID="{3E28F328-65EF-4E44-96A0-1B5EC8DF754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88BC103-8ADF-4FA1-B80F-20CDB7DBF5CA}" srcId="{3CFB2187-71DD-4F6E-8B74-676B787BAC9E}" destId="{450E9A15-7EEF-4B12-B8F9-EE28938BBA90}" srcOrd="0" destOrd="0" parTransId="{B7E39F45-CED4-484C-B291-9FA54E2BC111}" sibTransId="{32B5A653-0817-4049-8288-17BDB6C956D1}"/>
    <dgm:cxn modelId="{76681706-6FA8-4F39-950E-123624EF9E9B}" type="presOf" srcId="{32B5A653-0817-4049-8288-17BDB6C956D1}" destId="{C21EFEBD-6C2D-4AB2-8008-E4761005F88A}" srcOrd="0" destOrd="0" presId="urn:microsoft.com/office/officeart/2018/2/layout/IconCircleList"/>
    <dgm:cxn modelId="{F59F970F-B1B0-4FE9-9382-2909A7B54787}" srcId="{3CFB2187-71DD-4F6E-8B74-676B787BAC9E}" destId="{3E28F328-65EF-4E44-96A0-1B5EC8DF7544}" srcOrd="3" destOrd="0" parTransId="{7758D219-D3CE-41C8-8D19-10FBD9D63A7B}" sibTransId="{C39FE84E-79AD-4B64-8504-1B0A8BBF7D41}"/>
    <dgm:cxn modelId="{50C45733-9D1B-4D7C-8430-38D5D6D14DDD}" type="presOf" srcId="{D1934B89-8B7B-46FB-AAB8-AF5D07672CF3}" destId="{8113421B-12D6-4CF0-B3E7-19BAC2E11224}" srcOrd="0" destOrd="0" presId="urn:microsoft.com/office/officeart/2018/2/layout/IconCircleList"/>
    <dgm:cxn modelId="{1FC4E85B-99B9-40C1-BEBA-C9B4063D23C5}" type="presOf" srcId="{E44E386B-604E-46CE-BB39-927DC6063B61}" destId="{E563D0A7-495F-4681-B91E-54F58B2A6481}" srcOrd="0" destOrd="0" presId="urn:microsoft.com/office/officeart/2018/2/layout/IconCircleList"/>
    <dgm:cxn modelId="{76647D4A-0016-4751-A66C-A5348DFEDCC3}" srcId="{3CFB2187-71DD-4F6E-8B74-676B787BAC9E}" destId="{B5AEA599-7B47-48E6-8514-E1DA08170EC3}" srcOrd="2" destOrd="0" parTransId="{D9DFDD2A-10A5-4FF6-A5DA-54D573A23D50}" sibTransId="{E44E386B-604E-46CE-BB39-927DC6063B61}"/>
    <dgm:cxn modelId="{684D304B-F24E-4BFC-816F-6C863A678BAB}" type="presOf" srcId="{450E9A15-7EEF-4B12-B8F9-EE28938BBA90}" destId="{D2159314-15CB-4AE8-B758-12CBD68098C6}" srcOrd="0" destOrd="0" presId="urn:microsoft.com/office/officeart/2018/2/layout/IconCircleList"/>
    <dgm:cxn modelId="{B789E96E-2932-4820-BF1C-048D65504390}" type="presOf" srcId="{B5AEA599-7B47-48E6-8514-E1DA08170EC3}" destId="{1588267F-DC94-40E8-918F-8622A4EE2532}" srcOrd="0" destOrd="0" presId="urn:microsoft.com/office/officeart/2018/2/layout/IconCircleList"/>
    <dgm:cxn modelId="{14A7F49A-6408-4D13-85B8-EBA0B962F2AF}" type="presOf" srcId="{B2E84D13-0CF0-4046-8DBB-BA0FA5BD4792}" destId="{8E20FFD9-F5A5-4B46-A22D-28621D69D7BD}" srcOrd="0" destOrd="0" presId="urn:microsoft.com/office/officeart/2018/2/layout/IconCircleList"/>
    <dgm:cxn modelId="{13E37ED7-436E-4A00-B6D6-5A6ED16DBE62}" type="presOf" srcId="{3CFB2187-71DD-4F6E-8B74-676B787BAC9E}" destId="{585074F1-17CE-48E1-B427-A6F7F89DA6C6}" srcOrd="0" destOrd="0" presId="urn:microsoft.com/office/officeart/2018/2/layout/IconCircleList"/>
    <dgm:cxn modelId="{DFDA95D8-E335-47AD-A5A1-61580F5F878D}" srcId="{3CFB2187-71DD-4F6E-8B74-676B787BAC9E}" destId="{D1934B89-8B7B-46FB-AAB8-AF5D07672CF3}" srcOrd="1" destOrd="0" parTransId="{2039AC2E-419B-4765-93B6-F421A66242DB}" sibTransId="{B2E84D13-0CF0-4046-8DBB-BA0FA5BD4792}"/>
    <dgm:cxn modelId="{B78F3DE9-DB28-4FA9-98DC-D8F704357B25}" type="presOf" srcId="{3E28F328-65EF-4E44-96A0-1B5EC8DF7544}" destId="{F0F94FBF-DCDA-4B2B-A63B-C5495C3B0C0A}" srcOrd="0" destOrd="0" presId="urn:microsoft.com/office/officeart/2018/2/layout/IconCircleList"/>
    <dgm:cxn modelId="{32BB5646-6ADA-4C30-BE2C-15C86D80F4E1}" type="presParOf" srcId="{585074F1-17CE-48E1-B427-A6F7F89DA6C6}" destId="{53CF6EFD-89B6-4D74-953A-F0A0D7997ED6}" srcOrd="0" destOrd="0" presId="urn:microsoft.com/office/officeart/2018/2/layout/IconCircleList"/>
    <dgm:cxn modelId="{E785B0A1-6687-4C4B-8624-8776E7A9827D}" type="presParOf" srcId="{53CF6EFD-89B6-4D74-953A-F0A0D7997ED6}" destId="{373976DF-1E86-4064-B6E6-B951EBFE1078}" srcOrd="0" destOrd="0" presId="urn:microsoft.com/office/officeart/2018/2/layout/IconCircleList"/>
    <dgm:cxn modelId="{A722EE4C-EB15-4852-88D7-C56FACB006F2}" type="presParOf" srcId="{373976DF-1E86-4064-B6E6-B951EBFE1078}" destId="{DC38FF66-08D6-4EC9-9ECA-7C2F51640160}" srcOrd="0" destOrd="0" presId="urn:microsoft.com/office/officeart/2018/2/layout/IconCircleList"/>
    <dgm:cxn modelId="{2BB2412F-75BD-416A-B786-41725B91BE01}" type="presParOf" srcId="{373976DF-1E86-4064-B6E6-B951EBFE1078}" destId="{DC913CEF-2F56-411E-A13E-1B1527FD7488}" srcOrd="1" destOrd="0" presId="urn:microsoft.com/office/officeart/2018/2/layout/IconCircleList"/>
    <dgm:cxn modelId="{5CE94113-5F6B-4BB7-8D37-663069E26C94}" type="presParOf" srcId="{373976DF-1E86-4064-B6E6-B951EBFE1078}" destId="{B9043FF8-2C3D-4996-A43C-0443D9C5409C}" srcOrd="2" destOrd="0" presId="urn:microsoft.com/office/officeart/2018/2/layout/IconCircleList"/>
    <dgm:cxn modelId="{E38F5A8B-4644-4564-9AD4-AE29E3C44C2A}" type="presParOf" srcId="{373976DF-1E86-4064-B6E6-B951EBFE1078}" destId="{D2159314-15CB-4AE8-B758-12CBD68098C6}" srcOrd="3" destOrd="0" presId="urn:microsoft.com/office/officeart/2018/2/layout/IconCircleList"/>
    <dgm:cxn modelId="{BA4D6FD8-C857-4936-9002-158482944785}" type="presParOf" srcId="{53CF6EFD-89B6-4D74-953A-F0A0D7997ED6}" destId="{C21EFEBD-6C2D-4AB2-8008-E4761005F88A}" srcOrd="1" destOrd="0" presId="urn:microsoft.com/office/officeart/2018/2/layout/IconCircleList"/>
    <dgm:cxn modelId="{CFA37009-713E-42F8-B38E-0F8CE309925E}" type="presParOf" srcId="{53CF6EFD-89B6-4D74-953A-F0A0D7997ED6}" destId="{FE251778-444E-4F63-B9EA-47976443665E}" srcOrd="2" destOrd="0" presId="urn:microsoft.com/office/officeart/2018/2/layout/IconCircleList"/>
    <dgm:cxn modelId="{815D1CFA-3BB8-4539-862E-ECD7283FEB1F}" type="presParOf" srcId="{FE251778-444E-4F63-B9EA-47976443665E}" destId="{D6547A6C-DEF8-4D39-A5FF-9E02C2652A0A}" srcOrd="0" destOrd="0" presId="urn:microsoft.com/office/officeart/2018/2/layout/IconCircleList"/>
    <dgm:cxn modelId="{939CADB9-F5B9-469B-98EB-B371174F6411}" type="presParOf" srcId="{FE251778-444E-4F63-B9EA-47976443665E}" destId="{E284AE93-302D-4131-A8DD-EDDAC5F36E6F}" srcOrd="1" destOrd="0" presId="urn:microsoft.com/office/officeart/2018/2/layout/IconCircleList"/>
    <dgm:cxn modelId="{2C01605E-6DB0-4452-A664-EE75C72384A3}" type="presParOf" srcId="{FE251778-444E-4F63-B9EA-47976443665E}" destId="{DFFB04F4-939F-4834-BF43-5E9FDF7462BB}" srcOrd="2" destOrd="0" presId="urn:microsoft.com/office/officeart/2018/2/layout/IconCircleList"/>
    <dgm:cxn modelId="{AEE026AE-F934-4791-A57B-D35B95184AAA}" type="presParOf" srcId="{FE251778-444E-4F63-B9EA-47976443665E}" destId="{8113421B-12D6-4CF0-B3E7-19BAC2E11224}" srcOrd="3" destOrd="0" presId="urn:microsoft.com/office/officeart/2018/2/layout/IconCircleList"/>
    <dgm:cxn modelId="{E486AF2A-06FB-45D7-AFB8-6A6A89753E22}" type="presParOf" srcId="{53CF6EFD-89B6-4D74-953A-F0A0D7997ED6}" destId="{8E20FFD9-F5A5-4B46-A22D-28621D69D7BD}" srcOrd="3" destOrd="0" presId="urn:microsoft.com/office/officeart/2018/2/layout/IconCircleList"/>
    <dgm:cxn modelId="{3EA9D917-2C41-41ED-B076-9982FCE763A7}" type="presParOf" srcId="{53CF6EFD-89B6-4D74-953A-F0A0D7997ED6}" destId="{83D0C6DC-1734-4329-B986-1FF51A62FCD5}" srcOrd="4" destOrd="0" presId="urn:microsoft.com/office/officeart/2018/2/layout/IconCircleList"/>
    <dgm:cxn modelId="{8A3BD836-6287-4464-9952-15703281236D}" type="presParOf" srcId="{83D0C6DC-1734-4329-B986-1FF51A62FCD5}" destId="{8700E392-F20A-4FDC-97AF-059285438BC3}" srcOrd="0" destOrd="0" presId="urn:microsoft.com/office/officeart/2018/2/layout/IconCircleList"/>
    <dgm:cxn modelId="{2BFB5744-FA24-4DA7-9352-678614DC0CD1}" type="presParOf" srcId="{83D0C6DC-1734-4329-B986-1FF51A62FCD5}" destId="{F9740CAE-5562-4692-9763-EF17F81A0278}" srcOrd="1" destOrd="0" presId="urn:microsoft.com/office/officeart/2018/2/layout/IconCircleList"/>
    <dgm:cxn modelId="{4EE4415E-3D3E-48FD-A704-7CC975E01A4D}" type="presParOf" srcId="{83D0C6DC-1734-4329-B986-1FF51A62FCD5}" destId="{6AE1AE4A-187C-4CF8-913A-656F4AA385E6}" srcOrd="2" destOrd="0" presId="urn:microsoft.com/office/officeart/2018/2/layout/IconCircleList"/>
    <dgm:cxn modelId="{03F7840E-30E0-4A6F-A0FD-EC9D84D30338}" type="presParOf" srcId="{83D0C6DC-1734-4329-B986-1FF51A62FCD5}" destId="{1588267F-DC94-40E8-918F-8622A4EE2532}" srcOrd="3" destOrd="0" presId="urn:microsoft.com/office/officeart/2018/2/layout/IconCircleList"/>
    <dgm:cxn modelId="{D9E86552-1232-4E7C-B4E8-416515D7ED4F}" type="presParOf" srcId="{53CF6EFD-89B6-4D74-953A-F0A0D7997ED6}" destId="{E563D0A7-495F-4681-B91E-54F58B2A6481}" srcOrd="5" destOrd="0" presId="urn:microsoft.com/office/officeart/2018/2/layout/IconCircleList"/>
    <dgm:cxn modelId="{FF8EFAC3-3975-4C50-A3AC-6D21F0D2F6C6}" type="presParOf" srcId="{53CF6EFD-89B6-4D74-953A-F0A0D7997ED6}" destId="{07B2B6B0-4019-496E-846C-9179321BC5BD}" srcOrd="6" destOrd="0" presId="urn:microsoft.com/office/officeart/2018/2/layout/IconCircleList"/>
    <dgm:cxn modelId="{B2802ACE-A6A8-40A5-B15D-1AC72F69B3A8}" type="presParOf" srcId="{07B2B6B0-4019-496E-846C-9179321BC5BD}" destId="{D5D19DCF-1D74-41D6-B6D2-03C14F366F20}" srcOrd="0" destOrd="0" presId="urn:microsoft.com/office/officeart/2018/2/layout/IconCircleList"/>
    <dgm:cxn modelId="{089E37F2-ACA8-4B44-A065-4CA9DEBA4CA5}" type="presParOf" srcId="{07B2B6B0-4019-496E-846C-9179321BC5BD}" destId="{593D2AFB-BA37-4747-8111-73D8111ACE7D}" srcOrd="1" destOrd="0" presId="urn:microsoft.com/office/officeart/2018/2/layout/IconCircleList"/>
    <dgm:cxn modelId="{201CA52B-EDE0-4229-BF99-8ACE6475519B}" type="presParOf" srcId="{07B2B6B0-4019-496E-846C-9179321BC5BD}" destId="{09EACDF4-BE45-49EC-B9D1-B93187485AF2}" srcOrd="2" destOrd="0" presId="urn:microsoft.com/office/officeart/2018/2/layout/IconCircleList"/>
    <dgm:cxn modelId="{2D07D1F1-7D4F-4A7C-9BE5-F5B74FE4BE18}" type="presParOf" srcId="{07B2B6B0-4019-496E-846C-9179321BC5BD}" destId="{F0F94FBF-DCDA-4B2B-A63B-C5495C3B0C0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B37D1CF-E16F-4241-95C6-347D1DC0EE27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7F3450-7E72-4941-B506-A53A9DAE6389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Integration: Mock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Razorpay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Test Settlement (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rzp_test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_*).</a:t>
          </a:r>
        </a:p>
      </dgm:t>
    </dgm:pt>
    <dgm:pt modelId="{86346FEE-42BA-41A3-AF12-AA8F16493D62}" type="parTrans" cxnId="{3AD7C91B-F1B1-453F-96EF-0F546C2A5C14}">
      <dgm:prSet/>
      <dgm:spPr/>
      <dgm:t>
        <a:bodyPr/>
        <a:lstStyle/>
        <a:p>
          <a:endParaRPr lang="en-US"/>
        </a:p>
      </dgm:t>
    </dgm:pt>
    <dgm:pt modelId="{A2675A6D-F1DE-4B0B-9B8D-AD9E56A503C5}" type="sibTrans" cxnId="{3AD7C91B-F1B1-453F-96EF-0F546C2A5C14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C1D5C3CF-874E-4864-B441-8E36D9809446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Speed: Payouts happen in &lt; 60 seconds from trigger detection.</a:t>
          </a:r>
        </a:p>
      </dgm:t>
    </dgm:pt>
    <dgm:pt modelId="{52AA467D-4ABB-4488-A95A-EBB05F68E12F}" type="parTrans" cxnId="{7DE0BED1-1452-4578-870C-88B669402112}">
      <dgm:prSet/>
      <dgm:spPr/>
      <dgm:t>
        <a:bodyPr/>
        <a:lstStyle/>
        <a:p>
          <a:endParaRPr lang="en-US"/>
        </a:p>
      </dgm:t>
    </dgm:pt>
    <dgm:pt modelId="{613B844E-B28D-4E10-8F87-3AF6708088F9}" type="sibTrans" cxnId="{7DE0BED1-1452-4578-870C-88B669402112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49D0B3B4-9BB2-43F4-A111-920510E92844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Efficiency: No manual claims desk = Lower operational costs.</a:t>
          </a:r>
        </a:p>
      </dgm:t>
    </dgm:pt>
    <dgm:pt modelId="{A5467D72-E38C-485C-923D-4C95898E0421}" type="parTrans" cxnId="{0261007A-8810-4D29-AF80-9BF73875134A}">
      <dgm:prSet/>
      <dgm:spPr/>
      <dgm:t>
        <a:bodyPr/>
        <a:lstStyle/>
        <a:p>
          <a:endParaRPr lang="en-US"/>
        </a:p>
      </dgm:t>
    </dgm:pt>
    <dgm:pt modelId="{79056D4C-C71A-47BA-8C97-A54362D8A2B7}" type="sibTrans" cxnId="{0261007A-8810-4D29-AF80-9BF73875134A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AEAFE9CA-DE8B-4CCE-91EB-D66B83B3994A}" type="pres">
      <dgm:prSet presAssocID="{9B37D1CF-E16F-4241-95C6-347D1DC0EE27}" presName="Name0" presStyleCnt="0">
        <dgm:presLayoutVars>
          <dgm:animLvl val="lvl"/>
          <dgm:resizeHandles val="exact"/>
        </dgm:presLayoutVars>
      </dgm:prSet>
      <dgm:spPr/>
    </dgm:pt>
    <dgm:pt modelId="{A8256FAC-8C77-4E0A-A10F-3DBDAA4569FA}" type="pres">
      <dgm:prSet presAssocID="{D27F3450-7E72-4941-B506-A53A9DAE6389}" presName="compositeNode" presStyleCnt="0">
        <dgm:presLayoutVars>
          <dgm:bulletEnabled val="1"/>
        </dgm:presLayoutVars>
      </dgm:prSet>
      <dgm:spPr/>
    </dgm:pt>
    <dgm:pt modelId="{DE0C1786-C02A-40B8-AA4E-DFD720507D74}" type="pres">
      <dgm:prSet presAssocID="{D27F3450-7E72-4941-B506-A53A9DAE6389}" presName="bgRect" presStyleLbl="bgAccFollowNode1" presStyleIdx="0" presStyleCnt="3"/>
      <dgm:spPr/>
    </dgm:pt>
    <dgm:pt modelId="{DB35A1CF-62EE-4673-B7ED-2238E2A96E24}" type="pres">
      <dgm:prSet presAssocID="{A2675A6D-F1DE-4B0B-9B8D-AD9E56A503C5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733E644A-2F55-4C68-B897-DDD4BDB87DF7}" type="pres">
      <dgm:prSet presAssocID="{D27F3450-7E72-4941-B506-A53A9DAE6389}" presName="bottomLine" presStyleLbl="alignNode1" presStyleIdx="1" presStyleCnt="6">
        <dgm:presLayoutVars/>
      </dgm:prSet>
      <dgm:spPr/>
    </dgm:pt>
    <dgm:pt modelId="{6D8C17F9-11C6-442F-95C8-C64D03D770B1}" type="pres">
      <dgm:prSet presAssocID="{D27F3450-7E72-4941-B506-A53A9DAE6389}" presName="nodeText" presStyleLbl="bgAccFollowNode1" presStyleIdx="0" presStyleCnt="3">
        <dgm:presLayoutVars>
          <dgm:bulletEnabled val="1"/>
        </dgm:presLayoutVars>
      </dgm:prSet>
      <dgm:spPr/>
    </dgm:pt>
    <dgm:pt modelId="{C5F5488D-C7B5-4136-ACBC-1838AD671A90}" type="pres">
      <dgm:prSet presAssocID="{A2675A6D-F1DE-4B0B-9B8D-AD9E56A503C5}" presName="sibTrans" presStyleCnt="0"/>
      <dgm:spPr/>
    </dgm:pt>
    <dgm:pt modelId="{DD5026A7-999E-45F3-9714-B27FA77BC2A8}" type="pres">
      <dgm:prSet presAssocID="{C1D5C3CF-874E-4864-B441-8E36D9809446}" presName="compositeNode" presStyleCnt="0">
        <dgm:presLayoutVars>
          <dgm:bulletEnabled val="1"/>
        </dgm:presLayoutVars>
      </dgm:prSet>
      <dgm:spPr/>
    </dgm:pt>
    <dgm:pt modelId="{A539C9CB-9993-4183-89D5-71C39DB3EC64}" type="pres">
      <dgm:prSet presAssocID="{C1D5C3CF-874E-4864-B441-8E36D9809446}" presName="bgRect" presStyleLbl="bgAccFollowNode1" presStyleIdx="1" presStyleCnt="3"/>
      <dgm:spPr/>
    </dgm:pt>
    <dgm:pt modelId="{06DB333C-72C6-42AF-AF81-8604923C93E0}" type="pres">
      <dgm:prSet presAssocID="{613B844E-B28D-4E10-8F87-3AF6708088F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83DCC4F6-C465-4A92-B876-E06AF611009D}" type="pres">
      <dgm:prSet presAssocID="{C1D5C3CF-874E-4864-B441-8E36D9809446}" presName="bottomLine" presStyleLbl="alignNode1" presStyleIdx="3" presStyleCnt="6">
        <dgm:presLayoutVars/>
      </dgm:prSet>
      <dgm:spPr/>
    </dgm:pt>
    <dgm:pt modelId="{5B3FC63A-E489-4C79-94BE-812189A4B60A}" type="pres">
      <dgm:prSet presAssocID="{C1D5C3CF-874E-4864-B441-8E36D9809446}" presName="nodeText" presStyleLbl="bgAccFollowNode1" presStyleIdx="1" presStyleCnt="3">
        <dgm:presLayoutVars>
          <dgm:bulletEnabled val="1"/>
        </dgm:presLayoutVars>
      </dgm:prSet>
      <dgm:spPr/>
    </dgm:pt>
    <dgm:pt modelId="{57BE6429-B1E9-4D9B-9457-C8604EC0C83C}" type="pres">
      <dgm:prSet presAssocID="{613B844E-B28D-4E10-8F87-3AF6708088F9}" presName="sibTrans" presStyleCnt="0"/>
      <dgm:spPr/>
    </dgm:pt>
    <dgm:pt modelId="{9942014C-4FB4-47AD-8699-32E692E56B9A}" type="pres">
      <dgm:prSet presAssocID="{49D0B3B4-9BB2-43F4-A111-920510E92844}" presName="compositeNode" presStyleCnt="0">
        <dgm:presLayoutVars>
          <dgm:bulletEnabled val="1"/>
        </dgm:presLayoutVars>
      </dgm:prSet>
      <dgm:spPr/>
    </dgm:pt>
    <dgm:pt modelId="{A87989F7-B2B6-4039-B43C-8A2DCC991496}" type="pres">
      <dgm:prSet presAssocID="{49D0B3B4-9BB2-43F4-A111-920510E92844}" presName="bgRect" presStyleLbl="bgAccFollowNode1" presStyleIdx="2" presStyleCnt="3"/>
      <dgm:spPr/>
    </dgm:pt>
    <dgm:pt modelId="{C639066D-838A-412D-A0AF-DC101CAEED63}" type="pres">
      <dgm:prSet presAssocID="{79056D4C-C71A-47BA-8C97-A54362D8A2B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B112FB65-4860-4FB9-B382-8D2226C4FD5E}" type="pres">
      <dgm:prSet presAssocID="{49D0B3B4-9BB2-43F4-A111-920510E92844}" presName="bottomLine" presStyleLbl="alignNode1" presStyleIdx="5" presStyleCnt="6">
        <dgm:presLayoutVars/>
      </dgm:prSet>
      <dgm:spPr/>
    </dgm:pt>
    <dgm:pt modelId="{94FA9656-AE6E-47EE-975D-C49C227A9237}" type="pres">
      <dgm:prSet presAssocID="{49D0B3B4-9BB2-43F4-A111-920510E9284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4037A808-A947-499D-8BA6-A53A95A62B43}" type="presOf" srcId="{A2675A6D-F1DE-4B0B-9B8D-AD9E56A503C5}" destId="{DB35A1CF-62EE-4673-B7ED-2238E2A96E24}" srcOrd="0" destOrd="0" presId="urn:microsoft.com/office/officeart/2016/7/layout/BasicLinearProcessNumbered"/>
    <dgm:cxn modelId="{3AD7C91B-F1B1-453F-96EF-0F546C2A5C14}" srcId="{9B37D1CF-E16F-4241-95C6-347D1DC0EE27}" destId="{D27F3450-7E72-4941-B506-A53A9DAE6389}" srcOrd="0" destOrd="0" parTransId="{86346FEE-42BA-41A3-AF12-AA8F16493D62}" sibTransId="{A2675A6D-F1DE-4B0B-9B8D-AD9E56A503C5}"/>
    <dgm:cxn modelId="{00019C2A-F211-450A-977B-8ADFC8312ADA}" type="presOf" srcId="{49D0B3B4-9BB2-43F4-A111-920510E92844}" destId="{94FA9656-AE6E-47EE-975D-C49C227A9237}" srcOrd="1" destOrd="0" presId="urn:microsoft.com/office/officeart/2016/7/layout/BasicLinearProcessNumbered"/>
    <dgm:cxn modelId="{719FB05C-073F-4BA0-88ED-9A3D1C2CD12A}" type="presOf" srcId="{C1D5C3CF-874E-4864-B441-8E36D9809446}" destId="{5B3FC63A-E489-4C79-94BE-812189A4B60A}" srcOrd="1" destOrd="0" presId="urn:microsoft.com/office/officeart/2016/7/layout/BasicLinearProcessNumbered"/>
    <dgm:cxn modelId="{4B52205F-3FDD-45BC-A800-B6A8D4784E98}" type="presOf" srcId="{49D0B3B4-9BB2-43F4-A111-920510E92844}" destId="{A87989F7-B2B6-4039-B43C-8A2DCC991496}" srcOrd="0" destOrd="0" presId="urn:microsoft.com/office/officeart/2016/7/layout/BasicLinearProcessNumbered"/>
    <dgm:cxn modelId="{A4F8D368-A2F2-4A7C-878D-48E3DD7C3D0B}" type="presOf" srcId="{D27F3450-7E72-4941-B506-A53A9DAE6389}" destId="{6D8C17F9-11C6-442F-95C8-C64D03D770B1}" srcOrd="1" destOrd="0" presId="urn:microsoft.com/office/officeart/2016/7/layout/BasicLinearProcessNumbered"/>
    <dgm:cxn modelId="{0261007A-8810-4D29-AF80-9BF73875134A}" srcId="{9B37D1CF-E16F-4241-95C6-347D1DC0EE27}" destId="{49D0B3B4-9BB2-43F4-A111-920510E92844}" srcOrd="2" destOrd="0" parTransId="{A5467D72-E38C-485C-923D-4C95898E0421}" sibTransId="{79056D4C-C71A-47BA-8C97-A54362D8A2B7}"/>
    <dgm:cxn modelId="{A929AE85-F394-4EAC-8317-38FB792A51D4}" type="presOf" srcId="{79056D4C-C71A-47BA-8C97-A54362D8A2B7}" destId="{C639066D-838A-412D-A0AF-DC101CAEED63}" srcOrd="0" destOrd="0" presId="urn:microsoft.com/office/officeart/2016/7/layout/BasicLinearProcessNumbered"/>
    <dgm:cxn modelId="{B9271FC5-629D-4559-8E58-167A037440F9}" type="presOf" srcId="{C1D5C3CF-874E-4864-B441-8E36D9809446}" destId="{A539C9CB-9993-4183-89D5-71C39DB3EC64}" srcOrd="0" destOrd="0" presId="urn:microsoft.com/office/officeart/2016/7/layout/BasicLinearProcessNumbered"/>
    <dgm:cxn modelId="{7DE0BED1-1452-4578-870C-88B669402112}" srcId="{9B37D1CF-E16F-4241-95C6-347D1DC0EE27}" destId="{C1D5C3CF-874E-4864-B441-8E36D9809446}" srcOrd="1" destOrd="0" parTransId="{52AA467D-4ABB-4488-A95A-EBB05F68E12F}" sibTransId="{613B844E-B28D-4E10-8F87-3AF6708088F9}"/>
    <dgm:cxn modelId="{59D80CE6-A304-4F20-AC02-AFA8AC9AE2A5}" type="presOf" srcId="{613B844E-B28D-4E10-8F87-3AF6708088F9}" destId="{06DB333C-72C6-42AF-AF81-8604923C93E0}" srcOrd="0" destOrd="0" presId="urn:microsoft.com/office/officeart/2016/7/layout/BasicLinearProcessNumbered"/>
    <dgm:cxn modelId="{A257DEE7-24E5-4F3A-9737-96662904A741}" type="presOf" srcId="{9B37D1CF-E16F-4241-95C6-347D1DC0EE27}" destId="{AEAFE9CA-DE8B-4CCE-91EB-D66B83B3994A}" srcOrd="0" destOrd="0" presId="urn:microsoft.com/office/officeart/2016/7/layout/BasicLinearProcessNumbered"/>
    <dgm:cxn modelId="{0EF938ED-F77A-4523-ABEF-9050EA161684}" type="presOf" srcId="{D27F3450-7E72-4941-B506-A53A9DAE6389}" destId="{DE0C1786-C02A-40B8-AA4E-DFD720507D74}" srcOrd="0" destOrd="0" presId="urn:microsoft.com/office/officeart/2016/7/layout/BasicLinearProcessNumbered"/>
    <dgm:cxn modelId="{F51C5D01-E6E5-457D-BE46-3EDF42813127}" type="presParOf" srcId="{AEAFE9CA-DE8B-4CCE-91EB-D66B83B3994A}" destId="{A8256FAC-8C77-4E0A-A10F-3DBDAA4569FA}" srcOrd="0" destOrd="0" presId="urn:microsoft.com/office/officeart/2016/7/layout/BasicLinearProcessNumbered"/>
    <dgm:cxn modelId="{F631BA91-A1AC-4CC2-811A-05B2258E0BEF}" type="presParOf" srcId="{A8256FAC-8C77-4E0A-A10F-3DBDAA4569FA}" destId="{DE0C1786-C02A-40B8-AA4E-DFD720507D74}" srcOrd="0" destOrd="0" presId="urn:microsoft.com/office/officeart/2016/7/layout/BasicLinearProcessNumbered"/>
    <dgm:cxn modelId="{5E59A066-C030-47AF-8AF3-39A1A61D6B65}" type="presParOf" srcId="{A8256FAC-8C77-4E0A-A10F-3DBDAA4569FA}" destId="{DB35A1CF-62EE-4673-B7ED-2238E2A96E24}" srcOrd="1" destOrd="0" presId="urn:microsoft.com/office/officeart/2016/7/layout/BasicLinearProcessNumbered"/>
    <dgm:cxn modelId="{9B284479-8846-4E0C-A7C3-8622D8128D86}" type="presParOf" srcId="{A8256FAC-8C77-4E0A-A10F-3DBDAA4569FA}" destId="{733E644A-2F55-4C68-B897-DDD4BDB87DF7}" srcOrd="2" destOrd="0" presId="urn:microsoft.com/office/officeart/2016/7/layout/BasicLinearProcessNumbered"/>
    <dgm:cxn modelId="{9E54AEE0-6653-4D2C-A1AD-F5B5B64BF9A5}" type="presParOf" srcId="{A8256FAC-8C77-4E0A-A10F-3DBDAA4569FA}" destId="{6D8C17F9-11C6-442F-95C8-C64D03D770B1}" srcOrd="3" destOrd="0" presId="urn:microsoft.com/office/officeart/2016/7/layout/BasicLinearProcessNumbered"/>
    <dgm:cxn modelId="{6F58593E-0667-4293-94FD-5ACE20D17F87}" type="presParOf" srcId="{AEAFE9CA-DE8B-4CCE-91EB-D66B83B3994A}" destId="{C5F5488D-C7B5-4136-ACBC-1838AD671A90}" srcOrd="1" destOrd="0" presId="urn:microsoft.com/office/officeart/2016/7/layout/BasicLinearProcessNumbered"/>
    <dgm:cxn modelId="{A793F497-CB90-4D69-8580-B54B3E3F153E}" type="presParOf" srcId="{AEAFE9CA-DE8B-4CCE-91EB-D66B83B3994A}" destId="{DD5026A7-999E-45F3-9714-B27FA77BC2A8}" srcOrd="2" destOrd="0" presId="urn:microsoft.com/office/officeart/2016/7/layout/BasicLinearProcessNumbered"/>
    <dgm:cxn modelId="{E8B2C2C4-05A5-47CB-BB2A-3F879659F06F}" type="presParOf" srcId="{DD5026A7-999E-45F3-9714-B27FA77BC2A8}" destId="{A539C9CB-9993-4183-89D5-71C39DB3EC64}" srcOrd="0" destOrd="0" presId="urn:microsoft.com/office/officeart/2016/7/layout/BasicLinearProcessNumbered"/>
    <dgm:cxn modelId="{E98F26E2-E2D3-4340-B1BA-96C268AD8A0C}" type="presParOf" srcId="{DD5026A7-999E-45F3-9714-B27FA77BC2A8}" destId="{06DB333C-72C6-42AF-AF81-8604923C93E0}" srcOrd="1" destOrd="0" presId="urn:microsoft.com/office/officeart/2016/7/layout/BasicLinearProcessNumbered"/>
    <dgm:cxn modelId="{09ADECE6-26D0-4AA6-9AA1-1141CB13434D}" type="presParOf" srcId="{DD5026A7-999E-45F3-9714-B27FA77BC2A8}" destId="{83DCC4F6-C465-4A92-B876-E06AF611009D}" srcOrd="2" destOrd="0" presId="urn:microsoft.com/office/officeart/2016/7/layout/BasicLinearProcessNumbered"/>
    <dgm:cxn modelId="{65D20A42-8C12-4312-8C18-64A819C3D100}" type="presParOf" srcId="{DD5026A7-999E-45F3-9714-B27FA77BC2A8}" destId="{5B3FC63A-E489-4C79-94BE-812189A4B60A}" srcOrd="3" destOrd="0" presId="urn:microsoft.com/office/officeart/2016/7/layout/BasicLinearProcessNumbered"/>
    <dgm:cxn modelId="{8443F25C-2882-4CD3-9A5B-7B1D782885B5}" type="presParOf" srcId="{AEAFE9CA-DE8B-4CCE-91EB-D66B83B3994A}" destId="{57BE6429-B1E9-4D9B-9457-C8604EC0C83C}" srcOrd="3" destOrd="0" presId="urn:microsoft.com/office/officeart/2016/7/layout/BasicLinearProcessNumbered"/>
    <dgm:cxn modelId="{E740AAC2-A1F1-472A-AC56-5812130E6CDC}" type="presParOf" srcId="{AEAFE9CA-DE8B-4CCE-91EB-D66B83B3994A}" destId="{9942014C-4FB4-47AD-8699-32E692E56B9A}" srcOrd="4" destOrd="0" presId="urn:microsoft.com/office/officeart/2016/7/layout/BasicLinearProcessNumbered"/>
    <dgm:cxn modelId="{7DEFD6CE-A64D-4CCB-AEF1-96E1FA2AAD14}" type="presParOf" srcId="{9942014C-4FB4-47AD-8699-32E692E56B9A}" destId="{A87989F7-B2B6-4039-B43C-8A2DCC991496}" srcOrd="0" destOrd="0" presId="urn:microsoft.com/office/officeart/2016/7/layout/BasicLinearProcessNumbered"/>
    <dgm:cxn modelId="{10D4AEDD-CF8F-4CAB-B4FC-72108316FD5D}" type="presParOf" srcId="{9942014C-4FB4-47AD-8699-32E692E56B9A}" destId="{C639066D-838A-412D-A0AF-DC101CAEED63}" srcOrd="1" destOrd="0" presId="urn:microsoft.com/office/officeart/2016/7/layout/BasicLinearProcessNumbered"/>
    <dgm:cxn modelId="{11BA7AC9-7C9D-4B23-A4B2-A73720B17EC9}" type="presParOf" srcId="{9942014C-4FB4-47AD-8699-32E692E56B9A}" destId="{B112FB65-4860-4FB9-B382-8D2226C4FD5E}" srcOrd="2" destOrd="0" presId="urn:microsoft.com/office/officeart/2016/7/layout/BasicLinearProcessNumbered"/>
    <dgm:cxn modelId="{5E638380-5469-4741-B54D-401EBBDD10A7}" type="presParOf" srcId="{9942014C-4FB4-47AD-8699-32E692E56B9A}" destId="{94FA9656-AE6E-47EE-975D-C49C227A923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ABAAA6-0216-4246-96DA-2C38140225B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6E754537-1074-4042-9A20-97D83A089201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1. Normal State: Worker active on the road.</a:t>
          </a:r>
        </a:p>
      </dgm:t>
    </dgm:pt>
    <dgm:pt modelId="{41104EC3-9D70-4C87-A8D0-1BD1FE1F8022}" type="parTrans" cxnId="{91D36BF6-4CF9-4BB1-9937-2CAEAD168E78}">
      <dgm:prSet/>
      <dgm:spPr/>
      <dgm:t>
        <a:bodyPr/>
        <a:lstStyle/>
        <a:p>
          <a:endParaRPr lang="en-US"/>
        </a:p>
      </dgm:t>
    </dgm:pt>
    <dgm:pt modelId="{F11A70D8-AFBF-4347-AC95-59BB449E5F57}" type="sibTrans" cxnId="{91D36BF6-4CF9-4BB1-9937-2CAEAD168E78}">
      <dgm:prSet/>
      <dgm:spPr/>
      <dgm:t>
        <a:bodyPr/>
        <a:lstStyle/>
        <a:p>
          <a:endParaRPr lang="en-US"/>
        </a:p>
      </dgm:t>
    </dgm:pt>
    <dgm:pt modelId="{C8C84BF9-DF8A-489B-801C-CEDB217BE25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2. Simulation: Triggering a flash flood/platform outage.</a:t>
          </a:r>
        </a:p>
      </dgm:t>
    </dgm:pt>
    <dgm:pt modelId="{754B7C63-D1A3-41D3-B7DA-EB569DE599A8}" type="parTrans" cxnId="{76BCA494-24FA-43C1-9CC4-C91B606ED761}">
      <dgm:prSet/>
      <dgm:spPr/>
      <dgm:t>
        <a:bodyPr/>
        <a:lstStyle/>
        <a:p>
          <a:endParaRPr lang="en-US"/>
        </a:p>
      </dgm:t>
    </dgm:pt>
    <dgm:pt modelId="{3973E4CB-7A45-4828-9FDB-A484EF3BF601}" type="sibTrans" cxnId="{76BCA494-24FA-43C1-9CC4-C91B606ED761}">
      <dgm:prSet/>
      <dgm:spPr/>
      <dgm:t>
        <a:bodyPr/>
        <a:lstStyle/>
        <a:p>
          <a:endParaRPr lang="en-US"/>
        </a:p>
      </dgm:t>
    </dgm:pt>
    <dgm:pt modelId="{A787ED4A-1A33-49A6-842B-26DCF0339389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3. Processing: Anti-cheat validates the worker's presence.</a:t>
          </a:r>
        </a:p>
      </dgm:t>
    </dgm:pt>
    <dgm:pt modelId="{66E97FE3-5E2C-45E3-9FD7-2D491A693FC9}" type="parTrans" cxnId="{61811049-672B-4662-B51F-3ECB6E5E75F0}">
      <dgm:prSet/>
      <dgm:spPr/>
      <dgm:t>
        <a:bodyPr/>
        <a:lstStyle/>
        <a:p>
          <a:endParaRPr lang="en-US"/>
        </a:p>
      </dgm:t>
    </dgm:pt>
    <dgm:pt modelId="{E549B776-770D-4C4B-B164-89D5985099BE}" type="sibTrans" cxnId="{61811049-672B-4662-B51F-3ECB6E5E75F0}">
      <dgm:prSet/>
      <dgm:spPr/>
      <dgm:t>
        <a:bodyPr/>
        <a:lstStyle/>
        <a:p>
          <a:endParaRPr lang="en-US"/>
        </a:p>
      </dgm:t>
    </dgm:pt>
    <dgm:pt modelId="{14397B66-283B-45F0-AC31-4260327E0D2C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4. Completion: Instant notification &amp; Wallet credit.</a:t>
          </a:r>
        </a:p>
      </dgm:t>
    </dgm:pt>
    <dgm:pt modelId="{C2581AB6-9673-4DC0-885A-76201DCBBEB3}" type="parTrans" cxnId="{D45CB621-5B3C-415E-9835-6D243EBEB14D}">
      <dgm:prSet/>
      <dgm:spPr/>
      <dgm:t>
        <a:bodyPr/>
        <a:lstStyle/>
        <a:p>
          <a:endParaRPr lang="en-US"/>
        </a:p>
      </dgm:t>
    </dgm:pt>
    <dgm:pt modelId="{20C14995-1DEC-4285-AC3F-962CD4CA1649}" type="sibTrans" cxnId="{D45CB621-5B3C-415E-9835-6D243EBEB14D}">
      <dgm:prSet/>
      <dgm:spPr/>
      <dgm:t>
        <a:bodyPr/>
        <a:lstStyle/>
        <a:p>
          <a:endParaRPr lang="en-US"/>
        </a:p>
      </dgm:t>
    </dgm:pt>
    <dgm:pt modelId="{F61786E6-24C4-40EA-9978-249B93B8E325}" type="pres">
      <dgm:prSet presAssocID="{84ABAAA6-0216-4246-96DA-2C38140225BF}" presName="root" presStyleCnt="0">
        <dgm:presLayoutVars>
          <dgm:dir/>
          <dgm:resizeHandles val="exact"/>
        </dgm:presLayoutVars>
      </dgm:prSet>
      <dgm:spPr/>
    </dgm:pt>
    <dgm:pt modelId="{C9D093CA-1EC9-4D14-B97D-677C950DD260}" type="pres">
      <dgm:prSet presAssocID="{84ABAAA6-0216-4246-96DA-2C38140225BF}" presName="container" presStyleCnt="0">
        <dgm:presLayoutVars>
          <dgm:dir/>
          <dgm:resizeHandles val="exact"/>
        </dgm:presLayoutVars>
      </dgm:prSet>
      <dgm:spPr/>
    </dgm:pt>
    <dgm:pt modelId="{154C3608-3BAC-4717-BA12-629E058751EC}" type="pres">
      <dgm:prSet presAssocID="{6E754537-1074-4042-9A20-97D83A089201}" presName="compNode" presStyleCnt="0"/>
      <dgm:spPr/>
    </dgm:pt>
    <dgm:pt modelId="{423AE521-D162-40D8-A35F-EE4873C0AC9D}" type="pres">
      <dgm:prSet presAssocID="{6E754537-1074-4042-9A20-97D83A089201}" presName="iconBgRect" presStyleLbl="bgShp" presStyleIdx="0" presStyleCnt="4"/>
      <dgm:spPr/>
    </dgm:pt>
    <dgm:pt modelId="{E321EF05-D235-4061-A6AF-B8C0F01EFA25}" type="pres">
      <dgm:prSet presAssocID="{6E754537-1074-4042-9A20-97D83A0892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810B2504-08A6-4756-98F0-A42CC12C1036}" type="pres">
      <dgm:prSet presAssocID="{6E754537-1074-4042-9A20-97D83A089201}" presName="spaceRect" presStyleCnt="0"/>
      <dgm:spPr/>
    </dgm:pt>
    <dgm:pt modelId="{3FC85154-A05E-4014-92B6-122A1BB06021}" type="pres">
      <dgm:prSet presAssocID="{6E754537-1074-4042-9A20-97D83A089201}" presName="textRect" presStyleLbl="revTx" presStyleIdx="0" presStyleCnt="4">
        <dgm:presLayoutVars>
          <dgm:chMax val="1"/>
          <dgm:chPref val="1"/>
        </dgm:presLayoutVars>
      </dgm:prSet>
      <dgm:spPr/>
    </dgm:pt>
    <dgm:pt modelId="{8E650936-0037-4A90-9E39-887DB9EE1698}" type="pres">
      <dgm:prSet presAssocID="{F11A70D8-AFBF-4347-AC95-59BB449E5F57}" presName="sibTrans" presStyleLbl="sibTrans2D1" presStyleIdx="0" presStyleCnt="0"/>
      <dgm:spPr/>
    </dgm:pt>
    <dgm:pt modelId="{BD858A7C-6BC5-465E-9D23-12CCBAA0C5B6}" type="pres">
      <dgm:prSet presAssocID="{C8C84BF9-DF8A-489B-801C-CEDB217BE259}" presName="compNode" presStyleCnt="0"/>
      <dgm:spPr/>
    </dgm:pt>
    <dgm:pt modelId="{18524ECC-EE4A-4B85-88AC-280C71886AB3}" type="pres">
      <dgm:prSet presAssocID="{C8C84BF9-DF8A-489B-801C-CEDB217BE259}" presName="iconBgRect" presStyleLbl="bgShp" presStyleIdx="1" presStyleCnt="4"/>
      <dgm:spPr/>
    </dgm:pt>
    <dgm:pt modelId="{41D4695B-41BB-4F1A-B3C8-19E6DDC04282}" type="pres">
      <dgm:prSet presAssocID="{C8C84BF9-DF8A-489B-801C-CEDB217BE25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"/>
        </a:ext>
      </dgm:extLst>
    </dgm:pt>
    <dgm:pt modelId="{6E48F569-7C9F-41F0-8E45-5D0440AF11B8}" type="pres">
      <dgm:prSet presAssocID="{C8C84BF9-DF8A-489B-801C-CEDB217BE259}" presName="spaceRect" presStyleCnt="0"/>
      <dgm:spPr/>
    </dgm:pt>
    <dgm:pt modelId="{12585F21-DD54-4FAA-827A-C501578C694A}" type="pres">
      <dgm:prSet presAssocID="{C8C84BF9-DF8A-489B-801C-CEDB217BE259}" presName="textRect" presStyleLbl="revTx" presStyleIdx="1" presStyleCnt="4">
        <dgm:presLayoutVars>
          <dgm:chMax val="1"/>
          <dgm:chPref val="1"/>
        </dgm:presLayoutVars>
      </dgm:prSet>
      <dgm:spPr/>
    </dgm:pt>
    <dgm:pt modelId="{737BA291-0384-4BB6-82C6-537C44B9C373}" type="pres">
      <dgm:prSet presAssocID="{3973E4CB-7A45-4828-9FDB-A484EF3BF601}" presName="sibTrans" presStyleLbl="sibTrans2D1" presStyleIdx="0" presStyleCnt="0"/>
      <dgm:spPr/>
    </dgm:pt>
    <dgm:pt modelId="{1EFC91B6-ED46-41AD-A9EE-18295CE1D8AA}" type="pres">
      <dgm:prSet presAssocID="{A787ED4A-1A33-49A6-842B-26DCF0339389}" presName="compNode" presStyleCnt="0"/>
      <dgm:spPr/>
    </dgm:pt>
    <dgm:pt modelId="{D1971CA0-78EB-4431-8CC1-086266111198}" type="pres">
      <dgm:prSet presAssocID="{A787ED4A-1A33-49A6-842B-26DCF0339389}" presName="iconBgRect" presStyleLbl="bgShp" presStyleIdx="2" presStyleCnt="4"/>
      <dgm:spPr/>
    </dgm:pt>
    <dgm:pt modelId="{0E7E0A2F-D3BB-4579-A00D-AC385F8DC6CD}" type="pres">
      <dgm:prSet presAssocID="{A787ED4A-1A33-49A6-842B-26DCF033938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o sign"/>
        </a:ext>
      </dgm:extLst>
    </dgm:pt>
    <dgm:pt modelId="{41565FD4-5F2D-4879-A313-32127346CE40}" type="pres">
      <dgm:prSet presAssocID="{A787ED4A-1A33-49A6-842B-26DCF0339389}" presName="spaceRect" presStyleCnt="0"/>
      <dgm:spPr/>
    </dgm:pt>
    <dgm:pt modelId="{F14E9DBC-2599-4DB8-B65D-CE518A9F655D}" type="pres">
      <dgm:prSet presAssocID="{A787ED4A-1A33-49A6-842B-26DCF0339389}" presName="textRect" presStyleLbl="revTx" presStyleIdx="2" presStyleCnt="4">
        <dgm:presLayoutVars>
          <dgm:chMax val="1"/>
          <dgm:chPref val="1"/>
        </dgm:presLayoutVars>
      </dgm:prSet>
      <dgm:spPr/>
    </dgm:pt>
    <dgm:pt modelId="{0CAC8784-AE07-428B-ADF2-7CAF5020B931}" type="pres">
      <dgm:prSet presAssocID="{E549B776-770D-4C4B-B164-89D5985099BE}" presName="sibTrans" presStyleLbl="sibTrans2D1" presStyleIdx="0" presStyleCnt="0"/>
      <dgm:spPr/>
    </dgm:pt>
    <dgm:pt modelId="{9E7F122C-5709-4981-92EF-62060EA8FDA6}" type="pres">
      <dgm:prSet presAssocID="{14397B66-283B-45F0-AC31-4260327E0D2C}" presName="compNode" presStyleCnt="0"/>
      <dgm:spPr/>
    </dgm:pt>
    <dgm:pt modelId="{2520FBC9-F28F-473F-BEEC-5BCC20902627}" type="pres">
      <dgm:prSet presAssocID="{14397B66-283B-45F0-AC31-4260327E0D2C}" presName="iconBgRect" presStyleLbl="bgShp" presStyleIdx="3" presStyleCnt="4"/>
      <dgm:spPr/>
    </dgm:pt>
    <dgm:pt modelId="{5262EE40-0EEF-41C4-8372-42150BDF2CF7}" type="pres">
      <dgm:prSet presAssocID="{14397B66-283B-45F0-AC31-4260327E0D2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45ECC3D2-EB95-4FA4-B0C4-BE0F8925D51A}" type="pres">
      <dgm:prSet presAssocID="{14397B66-283B-45F0-AC31-4260327E0D2C}" presName="spaceRect" presStyleCnt="0"/>
      <dgm:spPr/>
    </dgm:pt>
    <dgm:pt modelId="{421A3EDE-EE7C-45AC-8328-EB38E7B8E486}" type="pres">
      <dgm:prSet presAssocID="{14397B66-283B-45F0-AC31-4260327E0D2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45CB621-5B3C-415E-9835-6D243EBEB14D}" srcId="{84ABAAA6-0216-4246-96DA-2C38140225BF}" destId="{14397B66-283B-45F0-AC31-4260327E0D2C}" srcOrd="3" destOrd="0" parTransId="{C2581AB6-9673-4DC0-885A-76201DCBBEB3}" sibTransId="{20C14995-1DEC-4285-AC3F-962CD4CA1649}"/>
    <dgm:cxn modelId="{C2F2B626-3170-4FE2-BC38-6BF07159F4BE}" type="presOf" srcId="{3973E4CB-7A45-4828-9FDB-A484EF3BF601}" destId="{737BA291-0384-4BB6-82C6-537C44B9C373}" srcOrd="0" destOrd="0" presId="urn:microsoft.com/office/officeart/2018/2/layout/IconCircleList"/>
    <dgm:cxn modelId="{61811049-672B-4662-B51F-3ECB6E5E75F0}" srcId="{84ABAAA6-0216-4246-96DA-2C38140225BF}" destId="{A787ED4A-1A33-49A6-842B-26DCF0339389}" srcOrd="2" destOrd="0" parTransId="{66E97FE3-5E2C-45E3-9FD7-2D491A693FC9}" sibTransId="{E549B776-770D-4C4B-B164-89D5985099BE}"/>
    <dgm:cxn modelId="{6401007C-449D-4539-8328-3E1E5B6B7542}" type="presOf" srcId="{F11A70D8-AFBF-4347-AC95-59BB449E5F57}" destId="{8E650936-0037-4A90-9E39-887DB9EE1698}" srcOrd="0" destOrd="0" presId="urn:microsoft.com/office/officeart/2018/2/layout/IconCircleList"/>
    <dgm:cxn modelId="{110C5484-51F1-4EEF-AC9E-C00BD8543746}" type="presOf" srcId="{84ABAAA6-0216-4246-96DA-2C38140225BF}" destId="{F61786E6-24C4-40EA-9978-249B93B8E325}" srcOrd="0" destOrd="0" presId="urn:microsoft.com/office/officeart/2018/2/layout/IconCircleList"/>
    <dgm:cxn modelId="{76BCA494-24FA-43C1-9CC4-C91B606ED761}" srcId="{84ABAAA6-0216-4246-96DA-2C38140225BF}" destId="{C8C84BF9-DF8A-489B-801C-CEDB217BE259}" srcOrd="1" destOrd="0" parTransId="{754B7C63-D1A3-41D3-B7DA-EB569DE599A8}" sibTransId="{3973E4CB-7A45-4828-9FDB-A484EF3BF601}"/>
    <dgm:cxn modelId="{E54DBAB3-AED4-4362-A78F-AD4DD2FB81F6}" type="presOf" srcId="{C8C84BF9-DF8A-489B-801C-CEDB217BE259}" destId="{12585F21-DD54-4FAA-827A-C501578C694A}" srcOrd="0" destOrd="0" presId="urn:microsoft.com/office/officeart/2018/2/layout/IconCircleList"/>
    <dgm:cxn modelId="{00732FBB-6518-41B1-B975-9FCA8D7F7F72}" type="presOf" srcId="{6E754537-1074-4042-9A20-97D83A089201}" destId="{3FC85154-A05E-4014-92B6-122A1BB06021}" srcOrd="0" destOrd="0" presId="urn:microsoft.com/office/officeart/2018/2/layout/IconCircleList"/>
    <dgm:cxn modelId="{2809C7F4-A2A9-4B00-921E-EE7637EC021F}" type="presOf" srcId="{A787ED4A-1A33-49A6-842B-26DCF0339389}" destId="{F14E9DBC-2599-4DB8-B65D-CE518A9F655D}" srcOrd="0" destOrd="0" presId="urn:microsoft.com/office/officeart/2018/2/layout/IconCircleList"/>
    <dgm:cxn modelId="{491269F6-0E91-4F04-AE22-3F8DAE9EE0FD}" type="presOf" srcId="{14397B66-283B-45F0-AC31-4260327E0D2C}" destId="{421A3EDE-EE7C-45AC-8328-EB38E7B8E486}" srcOrd="0" destOrd="0" presId="urn:microsoft.com/office/officeart/2018/2/layout/IconCircleList"/>
    <dgm:cxn modelId="{91D36BF6-4CF9-4BB1-9937-2CAEAD168E78}" srcId="{84ABAAA6-0216-4246-96DA-2C38140225BF}" destId="{6E754537-1074-4042-9A20-97D83A089201}" srcOrd="0" destOrd="0" parTransId="{41104EC3-9D70-4C87-A8D0-1BD1FE1F8022}" sibTransId="{F11A70D8-AFBF-4347-AC95-59BB449E5F57}"/>
    <dgm:cxn modelId="{FA03F6FE-8F23-479E-973F-506697EF1E00}" type="presOf" srcId="{E549B776-770D-4C4B-B164-89D5985099BE}" destId="{0CAC8784-AE07-428B-ADF2-7CAF5020B931}" srcOrd="0" destOrd="0" presId="urn:microsoft.com/office/officeart/2018/2/layout/IconCircleList"/>
    <dgm:cxn modelId="{4342EE0B-4A90-4ECE-AF5F-CBAB78477627}" type="presParOf" srcId="{F61786E6-24C4-40EA-9978-249B93B8E325}" destId="{C9D093CA-1EC9-4D14-B97D-677C950DD260}" srcOrd="0" destOrd="0" presId="urn:microsoft.com/office/officeart/2018/2/layout/IconCircleList"/>
    <dgm:cxn modelId="{C212673A-B299-4B8B-930B-281C7BEB3751}" type="presParOf" srcId="{C9D093CA-1EC9-4D14-B97D-677C950DD260}" destId="{154C3608-3BAC-4717-BA12-629E058751EC}" srcOrd="0" destOrd="0" presId="urn:microsoft.com/office/officeart/2018/2/layout/IconCircleList"/>
    <dgm:cxn modelId="{66C8B940-2F67-499F-B2FE-2EF39854A840}" type="presParOf" srcId="{154C3608-3BAC-4717-BA12-629E058751EC}" destId="{423AE521-D162-40D8-A35F-EE4873C0AC9D}" srcOrd="0" destOrd="0" presId="urn:microsoft.com/office/officeart/2018/2/layout/IconCircleList"/>
    <dgm:cxn modelId="{1457E832-77C0-4AAF-B576-704B0825B655}" type="presParOf" srcId="{154C3608-3BAC-4717-BA12-629E058751EC}" destId="{E321EF05-D235-4061-A6AF-B8C0F01EFA25}" srcOrd="1" destOrd="0" presId="urn:microsoft.com/office/officeart/2018/2/layout/IconCircleList"/>
    <dgm:cxn modelId="{50AB52E7-6245-450D-86D6-69471AF96289}" type="presParOf" srcId="{154C3608-3BAC-4717-BA12-629E058751EC}" destId="{810B2504-08A6-4756-98F0-A42CC12C1036}" srcOrd="2" destOrd="0" presId="urn:microsoft.com/office/officeart/2018/2/layout/IconCircleList"/>
    <dgm:cxn modelId="{791AB607-5A08-4055-BB08-15A88291A72C}" type="presParOf" srcId="{154C3608-3BAC-4717-BA12-629E058751EC}" destId="{3FC85154-A05E-4014-92B6-122A1BB06021}" srcOrd="3" destOrd="0" presId="urn:microsoft.com/office/officeart/2018/2/layout/IconCircleList"/>
    <dgm:cxn modelId="{BCA8998F-11E0-496C-A514-A2288BFD4AE9}" type="presParOf" srcId="{C9D093CA-1EC9-4D14-B97D-677C950DD260}" destId="{8E650936-0037-4A90-9E39-887DB9EE1698}" srcOrd="1" destOrd="0" presId="urn:microsoft.com/office/officeart/2018/2/layout/IconCircleList"/>
    <dgm:cxn modelId="{BC0636BF-7840-4BED-B7BA-11A128DE6930}" type="presParOf" srcId="{C9D093CA-1EC9-4D14-B97D-677C950DD260}" destId="{BD858A7C-6BC5-465E-9D23-12CCBAA0C5B6}" srcOrd="2" destOrd="0" presId="urn:microsoft.com/office/officeart/2018/2/layout/IconCircleList"/>
    <dgm:cxn modelId="{329DE597-F614-4B77-81A6-6342A76AEB41}" type="presParOf" srcId="{BD858A7C-6BC5-465E-9D23-12CCBAA0C5B6}" destId="{18524ECC-EE4A-4B85-88AC-280C71886AB3}" srcOrd="0" destOrd="0" presId="urn:microsoft.com/office/officeart/2018/2/layout/IconCircleList"/>
    <dgm:cxn modelId="{FE45CB1B-7168-4CC4-93FD-7AB6537F5CA0}" type="presParOf" srcId="{BD858A7C-6BC5-465E-9D23-12CCBAA0C5B6}" destId="{41D4695B-41BB-4F1A-B3C8-19E6DDC04282}" srcOrd="1" destOrd="0" presId="urn:microsoft.com/office/officeart/2018/2/layout/IconCircleList"/>
    <dgm:cxn modelId="{A521D3BF-96BB-411D-9367-3BD4B457047C}" type="presParOf" srcId="{BD858A7C-6BC5-465E-9D23-12CCBAA0C5B6}" destId="{6E48F569-7C9F-41F0-8E45-5D0440AF11B8}" srcOrd="2" destOrd="0" presId="urn:microsoft.com/office/officeart/2018/2/layout/IconCircleList"/>
    <dgm:cxn modelId="{02FB8998-CA9B-4781-9954-AC164ACB3791}" type="presParOf" srcId="{BD858A7C-6BC5-465E-9D23-12CCBAA0C5B6}" destId="{12585F21-DD54-4FAA-827A-C501578C694A}" srcOrd="3" destOrd="0" presId="urn:microsoft.com/office/officeart/2018/2/layout/IconCircleList"/>
    <dgm:cxn modelId="{943CC3F2-DC98-4ADB-B8EB-4F738AA2CBA7}" type="presParOf" srcId="{C9D093CA-1EC9-4D14-B97D-677C950DD260}" destId="{737BA291-0384-4BB6-82C6-537C44B9C373}" srcOrd="3" destOrd="0" presId="urn:microsoft.com/office/officeart/2018/2/layout/IconCircleList"/>
    <dgm:cxn modelId="{9335F0AC-C5E9-4C4F-BAD2-718298BC180A}" type="presParOf" srcId="{C9D093CA-1EC9-4D14-B97D-677C950DD260}" destId="{1EFC91B6-ED46-41AD-A9EE-18295CE1D8AA}" srcOrd="4" destOrd="0" presId="urn:microsoft.com/office/officeart/2018/2/layout/IconCircleList"/>
    <dgm:cxn modelId="{1F36CA02-4318-4DF1-BED0-CA2D7CBE635D}" type="presParOf" srcId="{1EFC91B6-ED46-41AD-A9EE-18295CE1D8AA}" destId="{D1971CA0-78EB-4431-8CC1-086266111198}" srcOrd="0" destOrd="0" presId="urn:microsoft.com/office/officeart/2018/2/layout/IconCircleList"/>
    <dgm:cxn modelId="{6DD0A12D-8DB8-4EB7-8FFD-0088E2E12697}" type="presParOf" srcId="{1EFC91B6-ED46-41AD-A9EE-18295CE1D8AA}" destId="{0E7E0A2F-D3BB-4579-A00D-AC385F8DC6CD}" srcOrd="1" destOrd="0" presId="urn:microsoft.com/office/officeart/2018/2/layout/IconCircleList"/>
    <dgm:cxn modelId="{0BC3392B-CB8E-4C86-BF25-6313EDDCBC35}" type="presParOf" srcId="{1EFC91B6-ED46-41AD-A9EE-18295CE1D8AA}" destId="{41565FD4-5F2D-4879-A313-32127346CE40}" srcOrd="2" destOrd="0" presId="urn:microsoft.com/office/officeart/2018/2/layout/IconCircleList"/>
    <dgm:cxn modelId="{0BA952BD-E4B3-4CA0-8C15-7654FFAF6D86}" type="presParOf" srcId="{1EFC91B6-ED46-41AD-A9EE-18295CE1D8AA}" destId="{F14E9DBC-2599-4DB8-B65D-CE518A9F655D}" srcOrd="3" destOrd="0" presId="urn:microsoft.com/office/officeart/2018/2/layout/IconCircleList"/>
    <dgm:cxn modelId="{FA669F65-D0AE-49FE-930C-A67FB17E2983}" type="presParOf" srcId="{C9D093CA-1EC9-4D14-B97D-677C950DD260}" destId="{0CAC8784-AE07-428B-ADF2-7CAF5020B931}" srcOrd="5" destOrd="0" presId="urn:microsoft.com/office/officeart/2018/2/layout/IconCircleList"/>
    <dgm:cxn modelId="{AFB93F37-3A19-4866-AEB4-F24F0BFD610D}" type="presParOf" srcId="{C9D093CA-1EC9-4D14-B97D-677C950DD260}" destId="{9E7F122C-5709-4981-92EF-62060EA8FDA6}" srcOrd="6" destOrd="0" presId="urn:microsoft.com/office/officeart/2018/2/layout/IconCircleList"/>
    <dgm:cxn modelId="{8F713451-7D5E-42A8-AECE-E69C585C41E4}" type="presParOf" srcId="{9E7F122C-5709-4981-92EF-62060EA8FDA6}" destId="{2520FBC9-F28F-473F-BEEC-5BCC20902627}" srcOrd="0" destOrd="0" presId="urn:microsoft.com/office/officeart/2018/2/layout/IconCircleList"/>
    <dgm:cxn modelId="{74058AE3-5335-4E34-9141-0AAF000F95B9}" type="presParOf" srcId="{9E7F122C-5709-4981-92EF-62060EA8FDA6}" destId="{5262EE40-0EEF-41C4-8372-42150BDF2CF7}" srcOrd="1" destOrd="0" presId="urn:microsoft.com/office/officeart/2018/2/layout/IconCircleList"/>
    <dgm:cxn modelId="{599F2DB0-EED5-490B-97C1-30194339F5AA}" type="presParOf" srcId="{9E7F122C-5709-4981-92EF-62060EA8FDA6}" destId="{45ECC3D2-EB95-4FA4-B0C4-BE0F8925D51A}" srcOrd="2" destOrd="0" presId="urn:microsoft.com/office/officeart/2018/2/layout/IconCircleList"/>
    <dgm:cxn modelId="{7DC6F72C-D2BA-4671-9B47-E2DC921AB13A}" type="presParOf" srcId="{9E7F122C-5709-4981-92EF-62060EA8FDA6}" destId="{421A3EDE-EE7C-45AC-8328-EB38E7B8E48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9033B89-3AFC-4ED2-A227-353A5BC250B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D9CA7F0-438B-449B-B9F0-0F062038C500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Trust: Frictionless support builds worker loyalty.</a:t>
          </a:r>
        </a:p>
      </dgm:t>
    </dgm:pt>
    <dgm:pt modelId="{77954F94-027D-4AE3-975C-1325076D5C19}" type="parTrans" cxnId="{4354A204-7203-4BDB-8F66-9BC005355577}">
      <dgm:prSet/>
      <dgm:spPr/>
      <dgm:t>
        <a:bodyPr/>
        <a:lstStyle/>
        <a:p>
          <a:endParaRPr lang="en-US"/>
        </a:p>
      </dgm:t>
    </dgm:pt>
    <dgm:pt modelId="{8C02040F-5040-4429-8056-D0062D5928A6}" type="sibTrans" cxnId="{4354A204-7203-4BDB-8F66-9BC005355577}">
      <dgm:prSet/>
      <dgm:spPr/>
      <dgm:t>
        <a:bodyPr/>
        <a:lstStyle/>
        <a:p>
          <a:endParaRPr lang="en-US"/>
        </a:p>
      </dgm:t>
    </dgm:pt>
    <dgm:pt modelId="{82D37F89-9B18-4A97-B6AF-57CBA6FB9AE4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Control: Advanced fraud prevention protects the insurer.</a:t>
          </a:r>
        </a:p>
      </dgm:t>
    </dgm:pt>
    <dgm:pt modelId="{AC6788B9-20C2-4577-8B81-1AF52BADBD01}" type="parTrans" cxnId="{C60A74A6-DDF2-41BC-B0CE-DE52CCEC7C39}">
      <dgm:prSet/>
      <dgm:spPr/>
      <dgm:t>
        <a:bodyPr/>
        <a:lstStyle/>
        <a:p>
          <a:endParaRPr lang="en-US"/>
        </a:p>
      </dgm:t>
    </dgm:pt>
    <dgm:pt modelId="{D4DEC4C9-3E1E-4B28-9E0F-4FCB09237D24}" type="sibTrans" cxnId="{C60A74A6-DDF2-41BC-B0CE-DE52CCEC7C39}">
      <dgm:prSet/>
      <dgm:spPr/>
      <dgm:t>
        <a:bodyPr/>
        <a:lstStyle/>
        <a:p>
          <a:endParaRPr lang="en-US"/>
        </a:p>
      </dgm:t>
    </dgm:pt>
    <dgm:pt modelId="{4A1B3D09-5178-40AB-B16E-2805CBAB75FA}">
      <dgm:prSet/>
      <dgm:spPr/>
      <dgm:t>
        <a:bodyPr/>
        <a:lstStyle/>
        <a:p>
          <a:r>
            <a:rPr lang="en-US">
              <a:latin typeface="Times New Roman" panose="02020603050405020304" pitchFamily="18" charset="0"/>
              <a:cs typeface="Times New Roman" panose="02020603050405020304" pitchFamily="18" charset="0"/>
            </a:rPr>
            <a:t>Future: Real-world API migration &amp; City-level ML retraining.</a:t>
          </a:r>
        </a:p>
      </dgm:t>
    </dgm:pt>
    <dgm:pt modelId="{C41EA726-94B3-421C-A98B-83CF1892D06A}" type="parTrans" cxnId="{F7BB01BA-A87A-47A1-A85F-94A0127339B1}">
      <dgm:prSet/>
      <dgm:spPr/>
      <dgm:t>
        <a:bodyPr/>
        <a:lstStyle/>
        <a:p>
          <a:endParaRPr lang="en-US"/>
        </a:p>
      </dgm:t>
    </dgm:pt>
    <dgm:pt modelId="{482D14AE-EA2E-4754-90D1-C724BA6B5724}" type="sibTrans" cxnId="{F7BB01BA-A87A-47A1-A85F-94A0127339B1}">
      <dgm:prSet/>
      <dgm:spPr/>
      <dgm:t>
        <a:bodyPr/>
        <a:lstStyle/>
        <a:p>
          <a:endParaRPr lang="en-US"/>
        </a:p>
      </dgm:t>
    </dgm:pt>
    <dgm:pt modelId="{A4A1742E-5CFC-409F-83EB-EE91BBA06B61}" type="pres">
      <dgm:prSet presAssocID="{29033B89-3AFC-4ED2-A227-353A5BC250BF}" presName="root" presStyleCnt="0">
        <dgm:presLayoutVars>
          <dgm:dir/>
          <dgm:resizeHandles val="exact"/>
        </dgm:presLayoutVars>
      </dgm:prSet>
      <dgm:spPr/>
    </dgm:pt>
    <dgm:pt modelId="{E11DBA34-3410-4D4C-A98E-D409517AD064}" type="pres">
      <dgm:prSet presAssocID="{4D9CA7F0-438B-449B-B9F0-0F062038C500}" presName="compNode" presStyleCnt="0"/>
      <dgm:spPr/>
    </dgm:pt>
    <dgm:pt modelId="{56D0370E-A80B-4494-AA1B-D95969155FDA}" type="pres">
      <dgm:prSet presAssocID="{4D9CA7F0-438B-449B-B9F0-0F062038C50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E3A4B79-0DE3-4040-B5BE-A2E9AC69D543}" type="pres">
      <dgm:prSet presAssocID="{4D9CA7F0-438B-449B-B9F0-0F062038C500}" presName="spaceRect" presStyleCnt="0"/>
      <dgm:spPr/>
    </dgm:pt>
    <dgm:pt modelId="{4494480F-8C7F-4C61-BA9D-C8FC5309CF11}" type="pres">
      <dgm:prSet presAssocID="{4D9CA7F0-438B-449B-B9F0-0F062038C500}" presName="textRect" presStyleLbl="revTx" presStyleIdx="0" presStyleCnt="3">
        <dgm:presLayoutVars>
          <dgm:chMax val="1"/>
          <dgm:chPref val="1"/>
        </dgm:presLayoutVars>
      </dgm:prSet>
      <dgm:spPr/>
    </dgm:pt>
    <dgm:pt modelId="{5B92BB82-F1AA-43C0-A469-8B7CB7CAD37B}" type="pres">
      <dgm:prSet presAssocID="{8C02040F-5040-4429-8056-D0062D5928A6}" presName="sibTrans" presStyleCnt="0"/>
      <dgm:spPr/>
    </dgm:pt>
    <dgm:pt modelId="{D487C00E-47B7-4FEE-9DFF-837FD2BE0E42}" type="pres">
      <dgm:prSet presAssocID="{82D37F89-9B18-4A97-B6AF-57CBA6FB9AE4}" presName="compNode" presStyleCnt="0"/>
      <dgm:spPr/>
    </dgm:pt>
    <dgm:pt modelId="{4D2D67CB-016D-468F-B0EE-EAA6F969DA1A}" type="pres">
      <dgm:prSet presAssocID="{82D37F89-9B18-4A97-B6AF-57CBA6FB9AE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5724C032-4A42-46DA-BA3F-4D1CF61D48B6}" type="pres">
      <dgm:prSet presAssocID="{82D37F89-9B18-4A97-B6AF-57CBA6FB9AE4}" presName="spaceRect" presStyleCnt="0"/>
      <dgm:spPr/>
    </dgm:pt>
    <dgm:pt modelId="{4FB19D50-B6FD-41C2-843A-CCAAB7F5F10C}" type="pres">
      <dgm:prSet presAssocID="{82D37F89-9B18-4A97-B6AF-57CBA6FB9AE4}" presName="textRect" presStyleLbl="revTx" presStyleIdx="1" presStyleCnt="3">
        <dgm:presLayoutVars>
          <dgm:chMax val="1"/>
          <dgm:chPref val="1"/>
        </dgm:presLayoutVars>
      </dgm:prSet>
      <dgm:spPr/>
    </dgm:pt>
    <dgm:pt modelId="{936B78DB-1A6C-4C25-B8D3-E0E5E7A0A23B}" type="pres">
      <dgm:prSet presAssocID="{D4DEC4C9-3E1E-4B28-9E0F-4FCB09237D24}" presName="sibTrans" presStyleCnt="0"/>
      <dgm:spPr/>
    </dgm:pt>
    <dgm:pt modelId="{2D8C26D3-F4D6-4C0C-B842-C9A5E048F9B7}" type="pres">
      <dgm:prSet presAssocID="{4A1B3D09-5178-40AB-B16E-2805CBAB75FA}" presName="compNode" presStyleCnt="0"/>
      <dgm:spPr/>
    </dgm:pt>
    <dgm:pt modelId="{6AE28944-D02F-4780-9816-EAEEA88DC6B3}" type="pres">
      <dgm:prSet presAssocID="{4A1B3D09-5178-40AB-B16E-2805CBAB75F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861EA1D-E1AC-42CC-A35E-5CF0325B4F17}" type="pres">
      <dgm:prSet presAssocID="{4A1B3D09-5178-40AB-B16E-2805CBAB75FA}" presName="spaceRect" presStyleCnt="0"/>
      <dgm:spPr/>
    </dgm:pt>
    <dgm:pt modelId="{102A621D-1381-4E4D-817F-C39ED8B9F698}" type="pres">
      <dgm:prSet presAssocID="{4A1B3D09-5178-40AB-B16E-2805CBAB75F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354A204-7203-4BDB-8F66-9BC005355577}" srcId="{29033B89-3AFC-4ED2-A227-353A5BC250BF}" destId="{4D9CA7F0-438B-449B-B9F0-0F062038C500}" srcOrd="0" destOrd="0" parTransId="{77954F94-027D-4AE3-975C-1325076D5C19}" sibTransId="{8C02040F-5040-4429-8056-D0062D5928A6}"/>
    <dgm:cxn modelId="{644F5424-72BC-47E0-85BA-D7FD7EE7C0BF}" type="presOf" srcId="{82D37F89-9B18-4A97-B6AF-57CBA6FB9AE4}" destId="{4FB19D50-B6FD-41C2-843A-CCAAB7F5F10C}" srcOrd="0" destOrd="0" presId="urn:microsoft.com/office/officeart/2018/2/layout/IconLabelList"/>
    <dgm:cxn modelId="{5CB6066D-C295-491A-B371-82056034E84A}" type="presOf" srcId="{4D9CA7F0-438B-449B-B9F0-0F062038C500}" destId="{4494480F-8C7F-4C61-BA9D-C8FC5309CF11}" srcOrd="0" destOrd="0" presId="urn:microsoft.com/office/officeart/2018/2/layout/IconLabelList"/>
    <dgm:cxn modelId="{C60A74A6-DDF2-41BC-B0CE-DE52CCEC7C39}" srcId="{29033B89-3AFC-4ED2-A227-353A5BC250BF}" destId="{82D37F89-9B18-4A97-B6AF-57CBA6FB9AE4}" srcOrd="1" destOrd="0" parTransId="{AC6788B9-20C2-4577-8B81-1AF52BADBD01}" sibTransId="{D4DEC4C9-3E1E-4B28-9E0F-4FCB09237D24}"/>
    <dgm:cxn modelId="{F7BB01BA-A87A-47A1-A85F-94A0127339B1}" srcId="{29033B89-3AFC-4ED2-A227-353A5BC250BF}" destId="{4A1B3D09-5178-40AB-B16E-2805CBAB75FA}" srcOrd="2" destOrd="0" parTransId="{C41EA726-94B3-421C-A98B-83CF1892D06A}" sibTransId="{482D14AE-EA2E-4754-90D1-C724BA6B5724}"/>
    <dgm:cxn modelId="{A1A591C6-920C-4FE7-85A8-F1543E7B515E}" type="presOf" srcId="{29033B89-3AFC-4ED2-A227-353A5BC250BF}" destId="{A4A1742E-5CFC-409F-83EB-EE91BBA06B61}" srcOrd="0" destOrd="0" presId="urn:microsoft.com/office/officeart/2018/2/layout/IconLabelList"/>
    <dgm:cxn modelId="{2CF064E6-E497-40E3-8202-D3C1025C1B3F}" type="presOf" srcId="{4A1B3D09-5178-40AB-B16E-2805CBAB75FA}" destId="{102A621D-1381-4E4D-817F-C39ED8B9F698}" srcOrd="0" destOrd="0" presId="urn:microsoft.com/office/officeart/2018/2/layout/IconLabelList"/>
    <dgm:cxn modelId="{7A547985-6123-4CA9-8983-AEE2D0CB5173}" type="presParOf" srcId="{A4A1742E-5CFC-409F-83EB-EE91BBA06B61}" destId="{E11DBA34-3410-4D4C-A98E-D409517AD064}" srcOrd="0" destOrd="0" presId="urn:microsoft.com/office/officeart/2018/2/layout/IconLabelList"/>
    <dgm:cxn modelId="{5E1985C4-10A4-4B98-BB4A-1153D7F37ACA}" type="presParOf" srcId="{E11DBA34-3410-4D4C-A98E-D409517AD064}" destId="{56D0370E-A80B-4494-AA1B-D95969155FDA}" srcOrd="0" destOrd="0" presId="urn:microsoft.com/office/officeart/2018/2/layout/IconLabelList"/>
    <dgm:cxn modelId="{F13E1A9B-748D-4607-A38A-F2616E25DBD7}" type="presParOf" srcId="{E11DBA34-3410-4D4C-A98E-D409517AD064}" destId="{2E3A4B79-0DE3-4040-B5BE-A2E9AC69D543}" srcOrd="1" destOrd="0" presId="urn:microsoft.com/office/officeart/2018/2/layout/IconLabelList"/>
    <dgm:cxn modelId="{E132A74C-AEB9-4960-BFF2-2A5B3B79C977}" type="presParOf" srcId="{E11DBA34-3410-4D4C-A98E-D409517AD064}" destId="{4494480F-8C7F-4C61-BA9D-C8FC5309CF11}" srcOrd="2" destOrd="0" presId="urn:microsoft.com/office/officeart/2018/2/layout/IconLabelList"/>
    <dgm:cxn modelId="{467B4C95-F82A-4DE3-B469-FE1EE29EE2D8}" type="presParOf" srcId="{A4A1742E-5CFC-409F-83EB-EE91BBA06B61}" destId="{5B92BB82-F1AA-43C0-A469-8B7CB7CAD37B}" srcOrd="1" destOrd="0" presId="urn:microsoft.com/office/officeart/2018/2/layout/IconLabelList"/>
    <dgm:cxn modelId="{311AE4C3-19A9-4BAB-BD0A-934692A837DB}" type="presParOf" srcId="{A4A1742E-5CFC-409F-83EB-EE91BBA06B61}" destId="{D487C00E-47B7-4FEE-9DFF-837FD2BE0E42}" srcOrd="2" destOrd="0" presId="urn:microsoft.com/office/officeart/2018/2/layout/IconLabelList"/>
    <dgm:cxn modelId="{74C1D852-521C-4D9E-AB42-D209981473FC}" type="presParOf" srcId="{D487C00E-47B7-4FEE-9DFF-837FD2BE0E42}" destId="{4D2D67CB-016D-468F-B0EE-EAA6F969DA1A}" srcOrd="0" destOrd="0" presId="urn:microsoft.com/office/officeart/2018/2/layout/IconLabelList"/>
    <dgm:cxn modelId="{47721892-DEFB-48FC-822A-E875164DA99E}" type="presParOf" srcId="{D487C00E-47B7-4FEE-9DFF-837FD2BE0E42}" destId="{5724C032-4A42-46DA-BA3F-4D1CF61D48B6}" srcOrd="1" destOrd="0" presId="urn:microsoft.com/office/officeart/2018/2/layout/IconLabelList"/>
    <dgm:cxn modelId="{8F866211-4E09-4383-A8BE-072EDE742CE8}" type="presParOf" srcId="{D487C00E-47B7-4FEE-9DFF-837FD2BE0E42}" destId="{4FB19D50-B6FD-41C2-843A-CCAAB7F5F10C}" srcOrd="2" destOrd="0" presId="urn:microsoft.com/office/officeart/2018/2/layout/IconLabelList"/>
    <dgm:cxn modelId="{C32348B4-DF83-4860-B8BD-4D43BE34F0B6}" type="presParOf" srcId="{A4A1742E-5CFC-409F-83EB-EE91BBA06B61}" destId="{936B78DB-1A6C-4C25-B8D3-E0E5E7A0A23B}" srcOrd="3" destOrd="0" presId="urn:microsoft.com/office/officeart/2018/2/layout/IconLabelList"/>
    <dgm:cxn modelId="{6ACD47B8-C0E0-47F1-8132-29E55D823DE4}" type="presParOf" srcId="{A4A1742E-5CFC-409F-83EB-EE91BBA06B61}" destId="{2D8C26D3-F4D6-4C0C-B842-C9A5E048F9B7}" srcOrd="4" destOrd="0" presId="urn:microsoft.com/office/officeart/2018/2/layout/IconLabelList"/>
    <dgm:cxn modelId="{617BAC97-7F64-487F-8015-F2253B8B31B9}" type="presParOf" srcId="{2D8C26D3-F4D6-4C0C-B842-C9A5E048F9B7}" destId="{6AE28944-D02F-4780-9816-EAEEA88DC6B3}" srcOrd="0" destOrd="0" presId="urn:microsoft.com/office/officeart/2018/2/layout/IconLabelList"/>
    <dgm:cxn modelId="{9A741C84-79DC-41A9-8457-05ED390D3971}" type="presParOf" srcId="{2D8C26D3-F4D6-4C0C-B842-C9A5E048F9B7}" destId="{6861EA1D-E1AC-42CC-A35E-5CF0325B4F17}" srcOrd="1" destOrd="0" presId="urn:microsoft.com/office/officeart/2018/2/layout/IconLabelList"/>
    <dgm:cxn modelId="{AB041230-9888-4EDA-AD4A-96CB86AE6F4C}" type="presParOf" srcId="{2D8C26D3-F4D6-4C0C-B842-C9A5E048F9B7}" destId="{102A621D-1381-4E4D-817F-C39ED8B9F69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38FF66-08D6-4EC9-9ECA-7C2F51640160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13CEF-2F56-411E-A13E-1B1527FD7488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59314-15CB-4AE8-B758-12CBD68098C6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Persona: Swiggy/Zomato Bike Delivery Partner</a:t>
          </a:r>
          <a:endParaRPr lang="en-US" sz="2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34517" y="469890"/>
        <a:ext cx="3148942" cy="1335915"/>
      </dsp:txXfrm>
    </dsp:sp>
    <dsp:sp modelId="{D6547A6C-DEF8-4D39-A5FF-9E02C2652A0A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84AE93-302D-4131-A8DD-EDDAC5F36E6F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3421B-12D6-4CF0-B3E7-19BAC2E11224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Problem: Disruptions (Rain, Heat, Floods) = Zero Income.</a:t>
          </a:r>
          <a:endParaRPr lang="en-US" sz="2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54322" y="469890"/>
        <a:ext cx="3148942" cy="1335915"/>
      </dsp:txXfrm>
    </dsp:sp>
    <dsp:sp modelId="{8700E392-F20A-4FDC-97AF-059285438BC3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740CAE-5562-4692-9763-EF17F81A0278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88267F-DC94-40E8-918F-8622A4EE2532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The Gap: Traditional insurance takes weeks; gig workers need help in minutes.</a:t>
          </a:r>
          <a:endParaRPr lang="en-US" sz="2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34517" y="2545532"/>
        <a:ext cx="3148942" cy="1335915"/>
      </dsp:txXfrm>
    </dsp:sp>
    <dsp:sp modelId="{D5D19DCF-1D74-41D6-B6D2-03C14F366F20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D2AFB-BA37-4747-8111-73D8111ACE7D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F94FBF-DCDA-4B2B-A63B-C5495C3B0C0A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>
              <a:latin typeface="Times New Roman" panose="02020603050405020304" pitchFamily="18" charset="0"/>
              <a:cs typeface="Times New Roman" panose="02020603050405020304" pitchFamily="18" charset="0"/>
            </a:rPr>
            <a:t>Reality: External factors shouldn't dictate survival.</a:t>
          </a:r>
          <a:endParaRPr lang="en-US" sz="2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154322" y="2545532"/>
        <a:ext cx="3148942" cy="13359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C1786-C02A-40B8-AA4E-DFD720507D74}">
      <dsp:nvSpPr>
        <dsp:cNvPr id="0" name=""/>
        <dsp:cNvSpPr/>
      </dsp:nvSpPr>
      <dsp:spPr>
        <a:xfrm>
          <a:off x="0" y="0"/>
          <a:ext cx="3414946" cy="41928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Integration: Mock </a:t>
          </a:r>
          <a:r>
            <a:rPr lang="en-US" sz="2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Razorpay</a:t>
          </a: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Test Settlement (</a:t>
          </a:r>
          <a:r>
            <a:rPr lang="en-US" sz="26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rzp_test</a:t>
          </a: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_*).</a:t>
          </a:r>
        </a:p>
      </dsp:txBody>
      <dsp:txXfrm>
        <a:off x="0" y="1593265"/>
        <a:ext cx="3414946" cy="2515683"/>
      </dsp:txXfrm>
    </dsp:sp>
    <dsp:sp modelId="{DB35A1CF-62EE-4673-B7ED-2238E2A96E24}">
      <dsp:nvSpPr>
        <dsp:cNvPr id="0" name=""/>
        <dsp:cNvSpPr/>
      </dsp:nvSpPr>
      <dsp:spPr>
        <a:xfrm>
          <a:off x="1078552" y="419280"/>
          <a:ext cx="1257841" cy="12578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62759" y="603487"/>
        <a:ext cx="889427" cy="889427"/>
      </dsp:txXfrm>
    </dsp:sp>
    <dsp:sp modelId="{733E644A-2F55-4C68-B897-DDD4BDB87DF7}">
      <dsp:nvSpPr>
        <dsp:cNvPr id="0" name=""/>
        <dsp:cNvSpPr/>
      </dsp:nvSpPr>
      <dsp:spPr>
        <a:xfrm>
          <a:off x="0" y="4192733"/>
          <a:ext cx="341494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39C9CB-9993-4183-89D5-71C39DB3EC64}">
      <dsp:nvSpPr>
        <dsp:cNvPr id="0" name=""/>
        <dsp:cNvSpPr/>
      </dsp:nvSpPr>
      <dsp:spPr>
        <a:xfrm>
          <a:off x="3756441" y="0"/>
          <a:ext cx="3414946" cy="41928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Speed: Payouts happen in &lt; 60 seconds from trigger detection.</a:t>
          </a:r>
        </a:p>
      </dsp:txBody>
      <dsp:txXfrm>
        <a:off x="3756441" y="1593265"/>
        <a:ext cx="3414946" cy="2515683"/>
      </dsp:txXfrm>
    </dsp:sp>
    <dsp:sp modelId="{06DB333C-72C6-42AF-AF81-8604923C93E0}">
      <dsp:nvSpPr>
        <dsp:cNvPr id="0" name=""/>
        <dsp:cNvSpPr/>
      </dsp:nvSpPr>
      <dsp:spPr>
        <a:xfrm>
          <a:off x="4834993" y="419280"/>
          <a:ext cx="1257841" cy="12578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19200" y="603487"/>
        <a:ext cx="889427" cy="889427"/>
      </dsp:txXfrm>
    </dsp:sp>
    <dsp:sp modelId="{83DCC4F6-C465-4A92-B876-E06AF611009D}">
      <dsp:nvSpPr>
        <dsp:cNvPr id="0" name=""/>
        <dsp:cNvSpPr/>
      </dsp:nvSpPr>
      <dsp:spPr>
        <a:xfrm>
          <a:off x="3756441" y="4192733"/>
          <a:ext cx="341494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7989F7-B2B6-4039-B43C-8A2DCC991496}">
      <dsp:nvSpPr>
        <dsp:cNvPr id="0" name=""/>
        <dsp:cNvSpPr/>
      </dsp:nvSpPr>
      <dsp:spPr>
        <a:xfrm>
          <a:off x="7512882" y="0"/>
          <a:ext cx="3414946" cy="419280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Efficiency: No manual claims desk = Lower operational costs.</a:t>
          </a:r>
        </a:p>
      </dsp:txBody>
      <dsp:txXfrm>
        <a:off x="7512882" y="1593265"/>
        <a:ext cx="3414946" cy="2515683"/>
      </dsp:txXfrm>
    </dsp:sp>
    <dsp:sp modelId="{C639066D-838A-412D-A0AF-DC101CAEED63}">
      <dsp:nvSpPr>
        <dsp:cNvPr id="0" name=""/>
        <dsp:cNvSpPr/>
      </dsp:nvSpPr>
      <dsp:spPr>
        <a:xfrm>
          <a:off x="8591434" y="419280"/>
          <a:ext cx="1257841" cy="12578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8066" tIns="12700" rIns="980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775641" y="603487"/>
        <a:ext cx="889427" cy="889427"/>
      </dsp:txXfrm>
    </dsp:sp>
    <dsp:sp modelId="{B112FB65-4860-4FB9-B382-8D2226C4FD5E}">
      <dsp:nvSpPr>
        <dsp:cNvPr id="0" name=""/>
        <dsp:cNvSpPr/>
      </dsp:nvSpPr>
      <dsp:spPr>
        <a:xfrm>
          <a:off x="7512882" y="4192733"/>
          <a:ext cx="3414946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3AE521-D162-40D8-A35F-EE4873C0AC9D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21EF05-D235-4061-A6AF-B8C0F01EFA25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85154-A05E-4014-92B6-122A1BB06021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1. Normal State: Worker active on the road.</a:t>
          </a:r>
        </a:p>
      </dsp:txBody>
      <dsp:txXfrm>
        <a:off x="1948202" y="368029"/>
        <a:ext cx="3233964" cy="1371985"/>
      </dsp:txXfrm>
    </dsp:sp>
    <dsp:sp modelId="{18524ECC-EE4A-4B85-88AC-280C71886AB3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D4695B-41BB-4F1A-B3C8-19E6DDC04282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585F21-DD54-4FAA-827A-C501578C694A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2. Simulation: Triggering a flash flood/platform outage.</a:t>
          </a:r>
        </a:p>
      </dsp:txBody>
      <dsp:txXfrm>
        <a:off x="7411643" y="368029"/>
        <a:ext cx="3233964" cy="1371985"/>
      </dsp:txXfrm>
    </dsp:sp>
    <dsp:sp modelId="{D1971CA0-78EB-4431-8CC1-086266111198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7E0A2F-D3BB-4579-A00D-AC385F8DC6CD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4E9DBC-2599-4DB8-B65D-CE518A9F655D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3. Processing: Anti-cheat validates the worker's presence.</a:t>
          </a:r>
        </a:p>
      </dsp:txBody>
      <dsp:txXfrm>
        <a:off x="1948202" y="2452790"/>
        <a:ext cx="3233964" cy="1371985"/>
      </dsp:txXfrm>
    </dsp:sp>
    <dsp:sp modelId="{2520FBC9-F28F-473F-BEEC-5BCC20902627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62EE40-0EEF-41C4-8372-42150BDF2CF7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A3EDE-EE7C-45AC-8328-EB38E7B8E486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Times New Roman" panose="02020603050405020304" pitchFamily="18" charset="0"/>
              <a:cs typeface="Times New Roman" panose="02020603050405020304" pitchFamily="18" charset="0"/>
            </a:rPr>
            <a:t>4. Completion: Instant notification &amp; Wallet credit.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D0370E-A80B-4494-AA1B-D95969155FDA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94480F-8C7F-4C61-BA9D-C8FC5309CF11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Trust: Frictionless support builds worker loyalty.</a:t>
          </a:r>
        </a:p>
      </dsp:txBody>
      <dsp:txXfrm>
        <a:off x="378109" y="2068861"/>
        <a:ext cx="2872305" cy="720000"/>
      </dsp:txXfrm>
    </dsp:sp>
    <dsp:sp modelId="{4D2D67CB-016D-468F-B0EE-EAA6F969DA1A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B19D50-B6FD-41C2-843A-CCAAB7F5F10C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Control: Advanced fraud prevention protects the insurer.</a:t>
          </a:r>
        </a:p>
      </dsp:txBody>
      <dsp:txXfrm>
        <a:off x="3753067" y="2068861"/>
        <a:ext cx="2872305" cy="720000"/>
      </dsp:txXfrm>
    </dsp:sp>
    <dsp:sp modelId="{6AE28944-D02F-4780-9816-EAEEA88DC6B3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2A621D-1381-4E4D-817F-C39ED8B9F698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imes New Roman" panose="02020603050405020304" pitchFamily="18" charset="0"/>
              <a:cs typeface="Times New Roman" panose="02020603050405020304" pitchFamily="18" charset="0"/>
            </a:rPr>
            <a:t>Future: Real-world API migration &amp; City-level ML retraining.</a:t>
          </a:r>
        </a:p>
      </dsp:txBody>
      <dsp:txXfrm>
        <a:off x="7128025" y="2068861"/>
        <a:ext cx="287230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202D9-3938-C8F4-A52C-35619BB9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954AD3-071D-3F5E-B770-4A5CEFAD3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4AC5D-5EF3-E822-E0C4-690916EB5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8D41B-E6A2-76CF-778A-4D14399F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9ED7A-0B16-E975-6FF6-9D9977CA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42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3CE4D-F296-CC7C-35D2-285E5258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5E40-4DE7-645B-9219-986B4635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40D1F-D241-AD5D-5312-BBC3801D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9ABC0-393B-0DFA-3D81-96AC445C3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AA8AB-2E7F-49BB-DFE0-6373A0A9D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171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D504B-ED73-BBF1-60A8-B5A7D3267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511BDE-63C1-8687-952C-4AE25718C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EF93-B933-C1A0-FE97-621D18A0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D3828-DA08-0BB1-7DD0-504AC17E2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27907-B896-844F-EBBB-E0A85B1EF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04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1617-EDF1-FF6C-F0AE-D28FC1843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60E07-1460-A03E-BEF2-3FB29C3DF0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DDD70C-3E8E-562D-2980-E3CF20CB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E404A-1355-B46F-44EC-1B5D25A3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F69B3-088A-8425-5832-7F90E277A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A4FC0-F482-FCC9-5858-C799B552E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8722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58C2E-82CF-D7E6-62CD-961855B82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A3071-7BE9-C68F-4314-AA83F1016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CDDD6-2430-893D-0297-B91229EE14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F98DA-BDAD-8342-96B3-C319946214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E9C7C1-68EE-D578-976A-1F7E22B87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F99D4B-0324-F6CB-7011-6FB705AD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081800-91E6-7740-CF96-35A08067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0AED4-AE0C-6B5B-49D8-A92E5415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41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ED779-02C6-E5B9-25B2-C768E0BBC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A8485-EF65-FC9F-D42F-42B461774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93028E-D578-902A-7C36-BDCC9A842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C85AEB-545B-60C9-7119-E0EA612D7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03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1E0336-11A9-62E8-8E46-8EC1415E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BBEA4-B042-C05F-C4BE-89E373AE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24FF1-5602-6262-DEC4-BAB550FB8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28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BD45-EDC3-49A0-52A7-387AACE7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AEB0B-8D94-11E7-23C9-C9DC2F98D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C6825-B959-8650-6F8D-8B92702C16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D6158-463E-E8C8-30D6-FDAFF36E3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CBF6AC-E552-90FB-A755-59455DC86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1D74F-6CE3-454C-31B6-2633A38EB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024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3374-161D-45D5-D7A2-F61ECA1FD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64D831-FD4C-02B2-A0C8-5D8E173851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EB2CAC-8DEB-A6BA-1DCA-561082326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D78531-BCAC-7DB2-944B-A5CDB9334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99363-A214-C83A-7DD5-FCB110806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D7396-2AA3-5B3A-0580-9771B9517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3004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B19E6-1E6C-B3E2-71E6-B5E7B155A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E45FE5-236B-62A5-7718-D67B21DC4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8AC6C-FFCA-7C85-A086-CFBCFFD14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83F2B-C263-E917-86C5-5E0F7AD0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E1DF-1DEB-60B8-F8A1-4B7F67EE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43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6538CA-9CBB-B85B-65EE-5B6CB956D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3E3A0D-1330-E7E2-D618-C734ED576D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54D19-C4E6-EE32-4225-C779315C0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4F8FF-F8B4-B711-E06A-FFB6B8090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BA76D-9572-81F8-0D39-D08764AA3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6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80117-9DB1-72A4-1B32-49A4FCA63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4DF00-E50D-48C9-D262-CF786F9E40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1C52E-A62B-CFCD-2176-D7D964C5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414B2A-FF97-991E-3FB1-FAE238AD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013E6-E5F1-C2E7-257D-33D5A01DD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084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DE64C1-C63D-3AC5-9894-6AB6EB332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FB731-5D41-C27B-A80D-4079786E9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AFEFC-F268-AD2B-5F63-BC142A65B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0083E9-B70F-4C21-AF87-C99AF566B0E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43891-2432-169F-977B-5FF911A29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C1D13-C30D-EBBF-CD4E-CD6C92517C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9F70B3-EDEF-42B8-AC9A-28DAD8804A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99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9351-E574-3813-9242-49B9AEB8A4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 err="1">
                <a:solidFill>
                  <a:srgbClr val="FF6600"/>
                </a:solidFill>
              </a:rPr>
              <a:t>Sahaay</a:t>
            </a:r>
            <a:r>
              <a:rPr lang="en-IN" b="1" dirty="0">
                <a:solidFill>
                  <a:srgbClr val="FF6600"/>
                </a:solidFill>
              </a:rPr>
              <a:t>: AI-Powered Income Protection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41385C-D332-5587-7CAC-C385FE89DE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>
                <a:solidFill>
                  <a:srgbClr val="FFFFFF"/>
                </a:solidFill>
              </a:rPr>
              <a:t>Gig Delivery Worker Protection | Guidewire DEVTrails 2026</a:t>
            </a:r>
          </a:p>
          <a:p>
            <a:r>
              <a:rPr lang="en-US">
                <a:solidFill>
                  <a:srgbClr val="FFFFFF"/>
                </a:solidFill>
              </a:rPr>
              <a:t>Phase 3: Scale &amp; Optimize</a:t>
            </a:r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016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2557A-16AF-0AF2-F82B-F833F4565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A19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Challenge: Protecting the Vulnerable</a:t>
            </a:r>
            <a:endParaRPr lang="en-IN" b="1" dirty="0">
              <a:solidFill>
                <a:srgbClr val="0A192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B72C1D0-602B-7A3F-9CA6-1410F7B643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7240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745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2A68B8-9BEA-43EE-797C-0E5BE8BF3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8" r="-1" b="-1"/>
          <a:stretch>
            <a:fillRect/>
          </a:stretch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3C118C-8BCE-77FB-CFDC-559385A7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51037"/>
            <a:ext cx="5021782" cy="15099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>
                <a:solidFill>
                  <a:schemeClr val="tx2"/>
                </a:solidFill>
              </a:rPr>
              <a:t>The </a:t>
            </a:r>
            <a:r>
              <a:rPr lang="en-US" sz="3600" b="1" dirty="0" err="1">
                <a:solidFill>
                  <a:schemeClr val="tx2"/>
                </a:solidFill>
              </a:rPr>
              <a:t>Sahaay</a:t>
            </a:r>
            <a:r>
              <a:rPr lang="en-US" sz="3600" b="1" dirty="0">
                <a:solidFill>
                  <a:schemeClr val="tx2"/>
                </a:solidFill>
              </a:rPr>
              <a:t> Promise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621F1-3AB0-223E-D3A1-17BF4AC1F0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0247" y="4551037"/>
            <a:ext cx="4926411" cy="150993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Micro-Premiums: Affordable weekly subscriptions.</a:t>
            </a:r>
          </a:p>
          <a:p>
            <a:r>
              <a:rPr lang="en-US" sz="1400" dirty="0">
                <a:solidFill>
                  <a:schemeClr val="tx2"/>
                </a:solidFill>
              </a:rPr>
              <a:t>Always-On Monitoring: We watch the weather so they don't have to.</a:t>
            </a:r>
          </a:p>
          <a:p>
            <a:r>
              <a:rPr lang="en-US" sz="1400" dirty="0">
                <a:solidFill>
                  <a:schemeClr val="tx2"/>
                </a:solidFill>
              </a:rPr>
              <a:t>Zero-Touch Claims: Parametric triggers remove the paperwork.</a:t>
            </a:r>
          </a:p>
          <a:p>
            <a:endParaRPr lang="en-US" sz="1400" dirty="0">
              <a:solidFill>
                <a:schemeClr val="tx2"/>
              </a:solidFill>
            </a:endParaRPr>
          </a:p>
          <a:p>
            <a:r>
              <a:rPr lang="en-US" sz="1400" dirty="0">
                <a:solidFill>
                  <a:schemeClr val="tx2"/>
                </a:solidFill>
              </a:rPr>
              <a:t>Motto: 'A No-Work Day should not become a No-Pay Day.'</a:t>
            </a:r>
          </a:p>
        </p:txBody>
      </p:sp>
    </p:spTree>
    <p:extLst>
      <p:ext uri="{BB962C8B-B14F-4D97-AF65-F5344CB8AC3E}">
        <p14:creationId xmlns:p14="http://schemas.microsoft.com/office/powerpoint/2010/main" val="166737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Slide Background">
            <a:extLst>
              <a:ext uri="{FF2B5EF4-FFF2-40B4-BE49-F238E27FC236}">
                <a16:creationId xmlns:a16="http://schemas.microsoft.com/office/drawing/2014/main" id="{B65C0385-5E30-4D2E-AF9F-4639659D3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ow dynamic pricing works - 7Learnings">
            <a:extLst>
              <a:ext uri="{FF2B5EF4-FFF2-40B4-BE49-F238E27FC236}">
                <a16:creationId xmlns:a16="http://schemas.microsoft.com/office/drawing/2014/main" id="{1550F16F-E586-785D-8E5D-9A6C2ADEB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92" r="21139" b="-1"/>
          <a:stretch>
            <a:fillRect/>
          </a:stretch>
        </p:blipFill>
        <p:spPr bwMode="auto">
          <a:xfrm>
            <a:off x="20" y="1666568"/>
            <a:ext cx="6106195" cy="5191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E335820B-3A29-42C5-AA8D-10ECA43CD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1729117"/>
          </a:xfrm>
          <a:prstGeom prst="rect">
            <a:avLst/>
          </a:prstGeom>
          <a:ln>
            <a:noFill/>
          </a:ln>
          <a:effectLst>
            <a:outerShdw blurRad="368300" dist="101600" dir="546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84ABCA-34F3-2011-2495-6F396D686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52766"/>
            <a:ext cx="10591999" cy="10235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Pricing Engine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D707E-4ADF-65EA-0A41-142A8B08A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03408" y="2249766"/>
            <a:ext cx="4550391" cy="40703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Premium: 25/week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Adjustments based 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Risk (Heat/Flood/Coastal zones)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Income Band &amp; Working Hours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Weather Risk Score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Formula: Final Premium = max(18, Base + Sum(adjustments))</a:t>
            </a:r>
          </a:p>
        </p:txBody>
      </p:sp>
    </p:spTree>
    <p:extLst>
      <p:ext uri="{BB962C8B-B14F-4D97-AF65-F5344CB8AC3E}">
        <p14:creationId xmlns:p14="http://schemas.microsoft.com/office/powerpoint/2010/main" val="3611222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96D58-A01E-2C61-4A42-9FCCC4E2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Parametric Trigger Intelligence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37EF944-6BCE-30FC-6965-D726714E3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270" y="1130846"/>
            <a:ext cx="4974771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Inputs: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</a:t>
            </a:r>
            <a:r>
              <a:rPr lang="en-US" sz="26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Meteo</a:t>
            </a:r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Real-time weather hyper-local signals.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Feed: API status for app downtime.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Heuristics: Mock route disruption for traffic/blockages.</a:t>
            </a:r>
          </a:p>
          <a:p>
            <a:r>
              <a:rPr lang="en-US" sz="2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Logic: If [Heavy Rain &gt; Threshold] AND [Worker in Zone] = AUTO-PAY.</a:t>
            </a:r>
          </a:p>
        </p:txBody>
      </p:sp>
    </p:spTree>
    <p:extLst>
      <p:ext uri="{BB962C8B-B14F-4D97-AF65-F5344CB8AC3E}">
        <p14:creationId xmlns:p14="http://schemas.microsoft.com/office/powerpoint/2010/main" val="592534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9" name="Group 2058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60" name="Oval 2059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1" name="Oval 2060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Oval 2062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5" name="Oval 2064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2072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50" name="Picture 2" descr="Fraud Protection — Spirit Financial CU">
            <a:extLst>
              <a:ext uri="{FF2B5EF4-FFF2-40B4-BE49-F238E27FC236}">
                <a16:creationId xmlns:a16="http://schemas.microsoft.com/office/drawing/2014/main" id="{F48B42CE-0AE1-EA1E-97EC-90BCFE1095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3" r="1" b="17296"/>
          <a:stretch>
            <a:fillRect/>
          </a:stretch>
        </p:blipFill>
        <p:spPr bwMode="auto">
          <a:xfrm>
            <a:off x="626590" y="317578"/>
            <a:ext cx="10851111" cy="350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2076" name="Straight Connector 2075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2078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81" name="Rectangle 208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084" name="Straight Connector 208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208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208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73D9038-7174-5951-43EF-EB173FC9A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3-Layer Fraud Guard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1BF2F-D551-826F-9010-19F1B5D6B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080" y="4018143"/>
            <a:ext cx="5674105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GPS Validation: Proximity to disruption center.</a:t>
            </a:r>
          </a:p>
          <a:p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Data Verification: Signal must match claim type (e.g., No 'Heat' claim during rain).</a:t>
            </a:r>
          </a:p>
          <a:p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Spoof Detection: Identifying mock-location apps and impossible speeds.</a:t>
            </a:r>
          </a:p>
          <a:p>
            <a:endParaRPr lang="en-US" sz="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High-confidence automated approval/rejection.</a:t>
            </a:r>
          </a:p>
        </p:txBody>
      </p:sp>
    </p:spTree>
    <p:extLst>
      <p:ext uri="{BB962C8B-B14F-4D97-AF65-F5344CB8AC3E}">
        <p14:creationId xmlns:p14="http://schemas.microsoft.com/office/powerpoint/2010/main" val="1898755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C6374-C201-899A-BA74-D32A425A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Payout Architecture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740FD8B-00A5-8DE9-ED90-E7A7B88B69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63153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4640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30B01-2AC2-FDB6-5085-D5FF08236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Dual-Interface Transparency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5AC6D-185E-989E-9439-B0D69A57C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Worker View: Coverage status, Earnings back, Weather alerts.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View: Claims vs. Flagged, Risk mapping, Live simulation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3043525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6B38D5-6E53-FF23-8A27-2F7483573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Demo Journey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0348179-0304-EECE-207C-50419AC2B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993926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102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DFB6A-5835-0732-C38C-F2A8DD980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 &amp; Scalability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CB449FE-B1F7-7796-34FE-00AFC4632AE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281125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066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411</Words>
  <Application>Microsoft Office PowerPoint</Application>
  <PresentationFormat>Widescreen</PresentationFormat>
  <Paragraphs>53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Sahaay: AI-Powered Income Protection</vt:lpstr>
      <vt:lpstr>The Challenge: Protecting the Vulnerable</vt:lpstr>
      <vt:lpstr>The Sahaay Promise</vt:lpstr>
      <vt:lpstr>Dynamic Pricing Engine</vt:lpstr>
      <vt:lpstr>Parametric Trigger Intelligence</vt:lpstr>
      <vt:lpstr>3-Layer Fraud Guard</vt:lpstr>
      <vt:lpstr>Instant Payout Architecture</vt:lpstr>
      <vt:lpstr>Dual-Interface Transparency</vt:lpstr>
      <vt:lpstr>The Demo Journey</vt:lpstr>
      <vt:lpstr>Impact &amp; Scalability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Hey Sahi !!!</dc:creator>
  <cp:lastModifiedBy>Hey Sahi !!!</cp:lastModifiedBy>
  <cp:revision>1</cp:revision>
  <dcterms:created xsi:type="dcterms:W3CDTF">2026-04-17T12:47:31Z</dcterms:created>
  <dcterms:modified xsi:type="dcterms:W3CDTF">2026-04-17T13:05:41Z</dcterms:modified>
</cp:coreProperties>
</file>